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8" r:id="rId10"/>
    <p:sldId id="279" r:id="rId11"/>
    <p:sldId id="273" r:id="rId12"/>
    <p:sldId id="280" r:id="rId13"/>
    <p:sldId id="263" r:id="rId14"/>
    <p:sldId id="264" r:id="rId15"/>
    <p:sldId id="265" r:id="rId16"/>
    <p:sldId id="266" r:id="rId17"/>
    <p:sldId id="281" r:id="rId18"/>
    <p:sldId id="267" r:id="rId19"/>
    <p:sldId id="276" r:id="rId20"/>
    <p:sldId id="282" r:id="rId21"/>
    <p:sldId id="283" r:id="rId22"/>
    <p:sldId id="284" r:id="rId23"/>
  </p:sldIdLst>
  <p:sldSz cx="9144000" cy="5143500" type="screen16x9"/>
  <p:notesSz cx="9144000" cy="5143500"/>
  <p:embeddedFontLst>
    <p:embeddedFont>
      <p:font typeface="Cambria Math" panose="02040503050406030204" pitchFamily="18" charset="0"/>
      <p:regular r:id="rId25"/>
    </p:embeddedFont>
    <p:embeddedFont>
      <p:font typeface="Lustria" panose="020B0604020202020204" charset="0"/>
      <p:regular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Titillium Web" panose="000005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E22"/>
    <a:srgbClr val="CF87CA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85D459-AACD-4962-9835-B6F8E4B1EBA0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0E53119-5347-4CDA-BEF1-AF21B68FC4A9}">
      <dgm:prSet/>
      <dgm:spPr/>
      <dgm:t>
        <a:bodyPr/>
        <a:lstStyle/>
        <a:p>
          <a:r>
            <a:rPr lang="en-US" b="0" i="0"/>
            <a:t>Many people feel unsure about what to watch after finishing a movie.</a:t>
          </a:r>
          <a:endParaRPr lang="en-US"/>
        </a:p>
      </dgm:t>
    </dgm:pt>
    <dgm:pt modelId="{4521B4C6-1E22-4361-A3A2-C9C13BA9E4C4}" type="parTrans" cxnId="{7676142B-271F-4457-B79A-4688644AB35F}">
      <dgm:prSet/>
      <dgm:spPr/>
      <dgm:t>
        <a:bodyPr/>
        <a:lstStyle/>
        <a:p>
          <a:endParaRPr lang="en-US"/>
        </a:p>
      </dgm:t>
    </dgm:pt>
    <dgm:pt modelId="{766F3240-B045-42F7-AFEF-6D50BEB8908A}" type="sibTrans" cxnId="{7676142B-271F-4457-B79A-4688644AB35F}">
      <dgm:prSet/>
      <dgm:spPr/>
      <dgm:t>
        <a:bodyPr/>
        <a:lstStyle/>
        <a:p>
          <a:endParaRPr lang="en-US"/>
        </a:p>
      </dgm:t>
    </dgm:pt>
    <dgm:pt modelId="{058BA936-F0FA-427D-A1B4-5331449A5746}">
      <dgm:prSet/>
      <dgm:spPr>
        <a:solidFill>
          <a:srgbClr val="0070C0"/>
        </a:solidFill>
      </dgm:spPr>
      <dgm:t>
        <a:bodyPr/>
        <a:lstStyle/>
        <a:p>
          <a:r>
            <a:rPr lang="en-US" b="0" i="0" dirty="0"/>
            <a:t>Recommendation systems solve this by understanding user preferences and suggesting movies.</a:t>
          </a:r>
          <a:endParaRPr lang="en-US" dirty="0"/>
        </a:p>
      </dgm:t>
    </dgm:pt>
    <dgm:pt modelId="{9A8E9F3B-1D1F-4C2C-835C-975588F47119}" type="parTrans" cxnId="{7856D463-DE33-4D2D-8E83-2045BD0F1654}">
      <dgm:prSet/>
      <dgm:spPr/>
      <dgm:t>
        <a:bodyPr/>
        <a:lstStyle/>
        <a:p>
          <a:endParaRPr lang="en-US"/>
        </a:p>
      </dgm:t>
    </dgm:pt>
    <dgm:pt modelId="{A006AC0C-1D39-4A3C-A361-8B56A8259C3C}" type="sibTrans" cxnId="{7856D463-DE33-4D2D-8E83-2045BD0F1654}">
      <dgm:prSet/>
      <dgm:spPr/>
      <dgm:t>
        <a:bodyPr/>
        <a:lstStyle/>
        <a:p>
          <a:endParaRPr lang="en-US"/>
        </a:p>
      </dgm:t>
    </dgm:pt>
    <dgm:pt modelId="{14DE0D4C-735F-4873-9D86-D56D4736E290}">
      <dgm:prSet/>
      <dgm:spPr/>
      <dgm:t>
        <a:bodyPr/>
        <a:lstStyle/>
        <a:p>
          <a:r>
            <a:rPr lang="en-US" b="0" i="0"/>
            <a:t>They enhance user satisfaction by offering tailored suggestions.</a:t>
          </a:r>
          <a:endParaRPr lang="en-US"/>
        </a:p>
      </dgm:t>
    </dgm:pt>
    <dgm:pt modelId="{2FD723A1-D3BB-47DF-9253-C4EBAE4A04A7}" type="parTrans" cxnId="{A45F24DD-F347-47FA-95A7-E32ACC3DA579}">
      <dgm:prSet/>
      <dgm:spPr/>
      <dgm:t>
        <a:bodyPr/>
        <a:lstStyle/>
        <a:p>
          <a:endParaRPr lang="en-US"/>
        </a:p>
      </dgm:t>
    </dgm:pt>
    <dgm:pt modelId="{E00ECD55-7061-4CB6-B621-35E57722DDAE}" type="sibTrans" cxnId="{A45F24DD-F347-47FA-95A7-E32ACC3DA579}">
      <dgm:prSet/>
      <dgm:spPr/>
      <dgm:t>
        <a:bodyPr/>
        <a:lstStyle/>
        <a:p>
          <a:endParaRPr lang="en-US"/>
        </a:p>
      </dgm:t>
    </dgm:pt>
    <dgm:pt modelId="{65D6865D-90B2-494C-9B1A-15D841328731}">
      <dgm:prSet/>
      <dgm:spPr/>
      <dgm:t>
        <a:bodyPr/>
        <a:lstStyle/>
        <a:p>
          <a:r>
            <a:rPr lang="en-US" b="0" i="0"/>
            <a:t>This improves user experience and boosts engagement.</a:t>
          </a:r>
          <a:endParaRPr lang="en-US"/>
        </a:p>
      </dgm:t>
    </dgm:pt>
    <dgm:pt modelId="{9BBC42F7-24BD-49A6-9FBC-A8A3DC8121CF}" type="parTrans" cxnId="{C16377D4-56E0-4586-913F-F8650333AA02}">
      <dgm:prSet/>
      <dgm:spPr/>
      <dgm:t>
        <a:bodyPr/>
        <a:lstStyle/>
        <a:p>
          <a:endParaRPr lang="en-US"/>
        </a:p>
      </dgm:t>
    </dgm:pt>
    <dgm:pt modelId="{B16DE631-9468-4F31-80CF-032311070798}" type="sibTrans" cxnId="{C16377D4-56E0-4586-913F-F8650333AA02}">
      <dgm:prSet/>
      <dgm:spPr/>
      <dgm:t>
        <a:bodyPr/>
        <a:lstStyle/>
        <a:p>
          <a:endParaRPr lang="en-US"/>
        </a:p>
      </dgm:t>
    </dgm:pt>
    <dgm:pt modelId="{03CB7ABD-FB96-4DF9-8D8A-E999C677EB0E}">
      <dgm:prSet/>
      <dgm:spPr/>
      <dgm:t>
        <a:bodyPr/>
        <a:lstStyle/>
        <a:p>
          <a:r>
            <a:rPr lang="en-US" b="0" i="0"/>
            <a:t>Machine learning identifies patterns in movie data for more accurate, personalized recommendations.</a:t>
          </a:r>
          <a:endParaRPr lang="en-US"/>
        </a:p>
      </dgm:t>
    </dgm:pt>
    <dgm:pt modelId="{700E08EB-E4A8-4292-9BCF-4D02D5D2F215}" type="parTrans" cxnId="{D5884C82-35FF-4BC9-B899-84F74A4AB964}">
      <dgm:prSet/>
      <dgm:spPr/>
      <dgm:t>
        <a:bodyPr/>
        <a:lstStyle/>
        <a:p>
          <a:endParaRPr lang="en-US"/>
        </a:p>
      </dgm:t>
    </dgm:pt>
    <dgm:pt modelId="{F4960ECE-9DFD-4721-92F2-4A1B963D86AB}" type="sibTrans" cxnId="{D5884C82-35FF-4BC9-B899-84F74A4AB964}">
      <dgm:prSet/>
      <dgm:spPr/>
      <dgm:t>
        <a:bodyPr/>
        <a:lstStyle/>
        <a:p>
          <a:endParaRPr lang="en-US"/>
        </a:p>
      </dgm:t>
    </dgm:pt>
    <dgm:pt modelId="{081054AA-2970-4F39-B4EA-280E53F81C59}" type="pres">
      <dgm:prSet presAssocID="{A385D459-AACD-4962-9835-B6F8E4B1EBA0}" presName="diagram" presStyleCnt="0">
        <dgm:presLayoutVars>
          <dgm:dir/>
          <dgm:resizeHandles val="exact"/>
        </dgm:presLayoutVars>
      </dgm:prSet>
      <dgm:spPr/>
    </dgm:pt>
    <dgm:pt modelId="{E1A26AE2-B4E8-45D6-8FD9-182E962FE131}" type="pres">
      <dgm:prSet presAssocID="{C0E53119-5347-4CDA-BEF1-AF21B68FC4A9}" presName="node" presStyleLbl="node1" presStyleIdx="0" presStyleCnt="5">
        <dgm:presLayoutVars>
          <dgm:bulletEnabled val="1"/>
        </dgm:presLayoutVars>
      </dgm:prSet>
      <dgm:spPr/>
    </dgm:pt>
    <dgm:pt modelId="{6342B8F4-C787-44D7-B4CE-851BDFAE94EE}" type="pres">
      <dgm:prSet presAssocID="{766F3240-B045-42F7-AFEF-6D50BEB8908A}" presName="sibTrans" presStyleCnt="0"/>
      <dgm:spPr/>
    </dgm:pt>
    <dgm:pt modelId="{ACA48C84-0B51-4B06-BF19-DC865716A6F2}" type="pres">
      <dgm:prSet presAssocID="{058BA936-F0FA-427D-A1B4-5331449A5746}" presName="node" presStyleLbl="node1" presStyleIdx="1" presStyleCnt="5">
        <dgm:presLayoutVars>
          <dgm:bulletEnabled val="1"/>
        </dgm:presLayoutVars>
      </dgm:prSet>
      <dgm:spPr/>
    </dgm:pt>
    <dgm:pt modelId="{DCB651D4-4389-4BD1-AE84-74CDC1049239}" type="pres">
      <dgm:prSet presAssocID="{A006AC0C-1D39-4A3C-A361-8B56A8259C3C}" presName="sibTrans" presStyleCnt="0"/>
      <dgm:spPr/>
    </dgm:pt>
    <dgm:pt modelId="{7F6C23A6-037A-478D-98F8-55C4F6B5948D}" type="pres">
      <dgm:prSet presAssocID="{14DE0D4C-735F-4873-9D86-D56D4736E290}" presName="node" presStyleLbl="node1" presStyleIdx="2" presStyleCnt="5">
        <dgm:presLayoutVars>
          <dgm:bulletEnabled val="1"/>
        </dgm:presLayoutVars>
      </dgm:prSet>
      <dgm:spPr/>
    </dgm:pt>
    <dgm:pt modelId="{EDF00EF6-C045-4E0E-A29F-389498BD0BBA}" type="pres">
      <dgm:prSet presAssocID="{E00ECD55-7061-4CB6-B621-35E57722DDAE}" presName="sibTrans" presStyleCnt="0"/>
      <dgm:spPr/>
    </dgm:pt>
    <dgm:pt modelId="{E1325311-B551-467D-8FB0-5BE7333598B6}" type="pres">
      <dgm:prSet presAssocID="{65D6865D-90B2-494C-9B1A-15D841328731}" presName="node" presStyleLbl="node1" presStyleIdx="3" presStyleCnt="5">
        <dgm:presLayoutVars>
          <dgm:bulletEnabled val="1"/>
        </dgm:presLayoutVars>
      </dgm:prSet>
      <dgm:spPr/>
    </dgm:pt>
    <dgm:pt modelId="{95E24E47-EF2F-4F33-8890-68BB883D578E}" type="pres">
      <dgm:prSet presAssocID="{B16DE631-9468-4F31-80CF-032311070798}" presName="sibTrans" presStyleCnt="0"/>
      <dgm:spPr/>
    </dgm:pt>
    <dgm:pt modelId="{74E03B51-9C1A-44B0-B58E-DBA3B1F4D3D9}" type="pres">
      <dgm:prSet presAssocID="{03CB7ABD-FB96-4DF9-8D8A-E999C677EB0E}" presName="node" presStyleLbl="node1" presStyleIdx="4" presStyleCnt="5">
        <dgm:presLayoutVars>
          <dgm:bulletEnabled val="1"/>
        </dgm:presLayoutVars>
      </dgm:prSet>
      <dgm:spPr/>
    </dgm:pt>
  </dgm:ptLst>
  <dgm:cxnLst>
    <dgm:cxn modelId="{7676142B-271F-4457-B79A-4688644AB35F}" srcId="{A385D459-AACD-4962-9835-B6F8E4B1EBA0}" destId="{C0E53119-5347-4CDA-BEF1-AF21B68FC4A9}" srcOrd="0" destOrd="0" parTransId="{4521B4C6-1E22-4361-A3A2-C9C13BA9E4C4}" sibTransId="{766F3240-B045-42F7-AFEF-6D50BEB8908A}"/>
    <dgm:cxn modelId="{7856D463-DE33-4D2D-8E83-2045BD0F1654}" srcId="{A385D459-AACD-4962-9835-B6F8E4B1EBA0}" destId="{058BA936-F0FA-427D-A1B4-5331449A5746}" srcOrd="1" destOrd="0" parTransId="{9A8E9F3B-1D1F-4C2C-835C-975588F47119}" sibTransId="{A006AC0C-1D39-4A3C-A361-8B56A8259C3C}"/>
    <dgm:cxn modelId="{7D081E69-0F51-4F80-A76E-120CABD248DA}" type="presOf" srcId="{14DE0D4C-735F-4873-9D86-D56D4736E290}" destId="{7F6C23A6-037A-478D-98F8-55C4F6B5948D}" srcOrd="0" destOrd="0" presId="urn:microsoft.com/office/officeart/2005/8/layout/default"/>
    <dgm:cxn modelId="{9F7EC875-8D49-47AC-A88B-C7CCFED99A82}" type="presOf" srcId="{03CB7ABD-FB96-4DF9-8D8A-E999C677EB0E}" destId="{74E03B51-9C1A-44B0-B58E-DBA3B1F4D3D9}" srcOrd="0" destOrd="0" presId="urn:microsoft.com/office/officeart/2005/8/layout/default"/>
    <dgm:cxn modelId="{D5884C82-35FF-4BC9-B899-84F74A4AB964}" srcId="{A385D459-AACD-4962-9835-B6F8E4B1EBA0}" destId="{03CB7ABD-FB96-4DF9-8D8A-E999C677EB0E}" srcOrd="4" destOrd="0" parTransId="{700E08EB-E4A8-4292-9BCF-4D02D5D2F215}" sibTransId="{F4960ECE-9DFD-4721-92F2-4A1B963D86AB}"/>
    <dgm:cxn modelId="{9BF9B9B5-3493-49E1-A9C0-916677223462}" type="presOf" srcId="{65D6865D-90B2-494C-9B1A-15D841328731}" destId="{E1325311-B551-467D-8FB0-5BE7333598B6}" srcOrd="0" destOrd="0" presId="urn:microsoft.com/office/officeart/2005/8/layout/default"/>
    <dgm:cxn modelId="{3B24F1C7-2E71-4686-AD05-B58F4FB22AA9}" type="presOf" srcId="{058BA936-F0FA-427D-A1B4-5331449A5746}" destId="{ACA48C84-0B51-4B06-BF19-DC865716A6F2}" srcOrd="0" destOrd="0" presId="urn:microsoft.com/office/officeart/2005/8/layout/default"/>
    <dgm:cxn modelId="{581EBEC9-5EAA-40A6-93B3-F6AB4B7DF258}" type="presOf" srcId="{C0E53119-5347-4CDA-BEF1-AF21B68FC4A9}" destId="{E1A26AE2-B4E8-45D6-8FD9-182E962FE131}" srcOrd="0" destOrd="0" presId="urn:microsoft.com/office/officeart/2005/8/layout/default"/>
    <dgm:cxn modelId="{C16377D4-56E0-4586-913F-F8650333AA02}" srcId="{A385D459-AACD-4962-9835-B6F8E4B1EBA0}" destId="{65D6865D-90B2-494C-9B1A-15D841328731}" srcOrd="3" destOrd="0" parTransId="{9BBC42F7-24BD-49A6-9FBC-A8A3DC8121CF}" sibTransId="{B16DE631-9468-4F31-80CF-032311070798}"/>
    <dgm:cxn modelId="{A45F24DD-F347-47FA-95A7-E32ACC3DA579}" srcId="{A385D459-AACD-4962-9835-B6F8E4B1EBA0}" destId="{14DE0D4C-735F-4873-9D86-D56D4736E290}" srcOrd="2" destOrd="0" parTransId="{2FD723A1-D3BB-47DF-9253-C4EBAE4A04A7}" sibTransId="{E00ECD55-7061-4CB6-B621-35E57722DDAE}"/>
    <dgm:cxn modelId="{20796CF1-B2CA-4C98-B961-84DDEB140EE8}" type="presOf" srcId="{A385D459-AACD-4962-9835-B6F8E4B1EBA0}" destId="{081054AA-2970-4F39-B4EA-280E53F81C59}" srcOrd="0" destOrd="0" presId="urn:microsoft.com/office/officeart/2005/8/layout/default"/>
    <dgm:cxn modelId="{2BC078D2-3808-4438-A005-C5EC76326719}" type="presParOf" srcId="{081054AA-2970-4F39-B4EA-280E53F81C59}" destId="{E1A26AE2-B4E8-45D6-8FD9-182E962FE131}" srcOrd="0" destOrd="0" presId="urn:microsoft.com/office/officeart/2005/8/layout/default"/>
    <dgm:cxn modelId="{FD13FD01-604A-4356-902D-D6725D104B76}" type="presParOf" srcId="{081054AA-2970-4F39-B4EA-280E53F81C59}" destId="{6342B8F4-C787-44D7-B4CE-851BDFAE94EE}" srcOrd="1" destOrd="0" presId="urn:microsoft.com/office/officeart/2005/8/layout/default"/>
    <dgm:cxn modelId="{A04DA847-5C5A-40C6-BB30-5F817AED0AE9}" type="presParOf" srcId="{081054AA-2970-4F39-B4EA-280E53F81C59}" destId="{ACA48C84-0B51-4B06-BF19-DC865716A6F2}" srcOrd="2" destOrd="0" presId="urn:microsoft.com/office/officeart/2005/8/layout/default"/>
    <dgm:cxn modelId="{04104D29-720B-4F3A-94A3-EBE578C8836A}" type="presParOf" srcId="{081054AA-2970-4F39-B4EA-280E53F81C59}" destId="{DCB651D4-4389-4BD1-AE84-74CDC1049239}" srcOrd="3" destOrd="0" presId="urn:microsoft.com/office/officeart/2005/8/layout/default"/>
    <dgm:cxn modelId="{E300FBAF-8BCA-43B5-A040-3280BA99585E}" type="presParOf" srcId="{081054AA-2970-4F39-B4EA-280E53F81C59}" destId="{7F6C23A6-037A-478D-98F8-55C4F6B5948D}" srcOrd="4" destOrd="0" presId="urn:microsoft.com/office/officeart/2005/8/layout/default"/>
    <dgm:cxn modelId="{6555D2CB-4108-4BEC-8FE4-EB17B28F8E4B}" type="presParOf" srcId="{081054AA-2970-4F39-B4EA-280E53F81C59}" destId="{EDF00EF6-C045-4E0E-A29F-389498BD0BBA}" srcOrd="5" destOrd="0" presId="urn:microsoft.com/office/officeart/2005/8/layout/default"/>
    <dgm:cxn modelId="{24C55F82-1A2D-41AE-95EB-ACD522EC69A5}" type="presParOf" srcId="{081054AA-2970-4F39-B4EA-280E53F81C59}" destId="{E1325311-B551-467D-8FB0-5BE7333598B6}" srcOrd="6" destOrd="0" presId="urn:microsoft.com/office/officeart/2005/8/layout/default"/>
    <dgm:cxn modelId="{4B1A8382-2F60-45F3-B46B-7DC17BB8B8E4}" type="presParOf" srcId="{081054AA-2970-4F39-B4EA-280E53F81C59}" destId="{95E24E47-EF2F-4F33-8890-68BB883D578E}" srcOrd="7" destOrd="0" presId="urn:microsoft.com/office/officeart/2005/8/layout/default"/>
    <dgm:cxn modelId="{CDC77333-61A9-4D06-9AAA-4A9519CAE9E7}" type="presParOf" srcId="{081054AA-2970-4F39-B4EA-280E53F81C59}" destId="{74E03B51-9C1A-44B0-B58E-DBA3B1F4D3D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6E6504-E219-485D-B879-29B00C339052}" type="doc">
      <dgm:prSet loTypeId="urn:microsoft.com/office/officeart/2005/8/layout/orgChart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B58C5D6-C2DE-4D3E-9F17-729EB7BD0B77}">
      <dgm:prSet phldrT="[Text]" custT="1"/>
      <dgm:spPr>
        <a:solidFill>
          <a:schemeClr val="tx2">
            <a:lumMod val="25000"/>
          </a:schemeClr>
        </a:solidFill>
      </dgm:spPr>
      <dgm:t>
        <a:bodyPr/>
        <a:lstStyle/>
        <a:p>
          <a:r>
            <a:rPr lang="en-US" sz="2000" b="1" dirty="0">
              <a:latin typeface="Titillium Web" panose="00000500000000000000" pitchFamily="2" charset="0"/>
            </a:rPr>
            <a:t>Objectives</a:t>
          </a:r>
        </a:p>
      </dgm:t>
    </dgm:pt>
    <dgm:pt modelId="{3767BA92-6CF1-4F88-9795-4FF5EB1EB1C3}" type="parTrans" cxnId="{335F5062-E173-4E06-8439-0D81E17A7F35}">
      <dgm:prSet/>
      <dgm:spPr/>
      <dgm:t>
        <a:bodyPr/>
        <a:lstStyle/>
        <a:p>
          <a:endParaRPr lang="en-US"/>
        </a:p>
      </dgm:t>
    </dgm:pt>
    <dgm:pt modelId="{74F056D9-834A-4AE1-A7AA-5DB236709205}" type="sibTrans" cxnId="{335F5062-E173-4E06-8439-0D81E17A7F35}">
      <dgm:prSet/>
      <dgm:spPr/>
      <dgm:t>
        <a:bodyPr/>
        <a:lstStyle/>
        <a:p>
          <a:endParaRPr lang="en-US"/>
        </a:p>
      </dgm:t>
    </dgm:pt>
    <dgm:pt modelId="{69433F51-161D-4E5F-AAD7-78DBD36159DB}">
      <dgm:prSet phldrT="[Text]"/>
      <dgm:spPr>
        <a:solidFill>
          <a:srgbClr val="00B0F0"/>
        </a:solidFill>
        <a:ln>
          <a:solidFill>
            <a:srgbClr val="00B0F0"/>
          </a:solidFill>
        </a:ln>
      </dgm:spPr>
      <dgm:t>
        <a:bodyPr/>
        <a:lstStyle/>
        <a:p>
          <a:r>
            <a:rPr lang="en-US" dirty="0"/>
            <a:t>Develop a user-friendly web app</a:t>
          </a:r>
        </a:p>
      </dgm:t>
    </dgm:pt>
    <dgm:pt modelId="{E4B95646-690C-4D8D-8488-F1A7D95C5BE7}" type="parTrans" cxnId="{CAD0B388-FD50-4B33-8B2D-68AA4F417A5D}">
      <dgm:prSet/>
      <dgm:spPr>
        <a:solidFill>
          <a:schemeClr val="tx1"/>
        </a:solidFill>
      </dgm:spPr>
      <dgm:t>
        <a:bodyPr/>
        <a:lstStyle/>
        <a:p>
          <a:endParaRPr lang="en-US"/>
        </a:p>
      </dgm:t>
    </dgm:pt>
    <dgm:pt modelId="{D7D50957-8B69-44E6-992A-D21D5B47DA1C}" type="sibTrans" cxnId="{CAD0B388-FD50-4B33-8B2D-68AA4F417A5D}">
      <dgm:prSet/>
      <dgm:spPr/>
      <dgm:t>
        <a:bodyPr/>
        <a:lstStyle/>
        <a:p>
          <a:endParaRPr lang="en-US"/>
        </a:p>
      </dgm:t>
    </dgm:pt>
    <dgm:pt modelId="{9D6C1F87-6992-4A1C-83DA-D7A33BEEFDAB}">
      <dgm:prSet phldrT="[Text]"/>
      <dgm:spPr/>
      <dgm:t>
        <a:bodyPr/>
        <a:lstStyle/>
        <a:p>
          <a:r>
            <a:rPr lang="en-US" dirty="0"/>
            <a:t>Implement a movie recommendation system</a:t>
          </a:r>
        </a:p>
      </dgm:t>
    </dgm:pt>
    <dgm:pt modelId="{2B8417C0-8E31-41BB-8BE3-25821243BA97}" type="parTrans" cxnId="{464D11F5-75FD-4778-8DD9-9BA10561442B}">
      <dgm:prSet/>
      <dgm:spPr/>
      <dgm:t>
        <a:bodyPr/>
        <a:lstStyle/>
        <a:p>
          <a:endParaRPr lang="en-US"/>
        </a:p>
      </dgm:t>
    </dgm:pt>
    <dgm:pt modelId="{29DAC3C3-287A-413C-999B-517456991988}" type="sibTrans" cxnId="{464D11F5-75FD-4778-8DD9-9BA10561442B}">
      <dgm:prSet/>
      <dgm:spPr/>
      <dgm:t>
        <a:bodyPr/>
        <a:lstStyle/>
        <a:p>
          <a:endParaRPr lang="en-US"/>
        </a:p>
      </dgm:t>
    </dgm:pt>
    <dgm:pt modelId="{74729492-3F68-490D-AED3-0CB377D49AB7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dirty="0"/>
            <a:t>Enable advanced filtering options</a:t>
          </a:r>
        </a:p>
      </dgm:t>
    </dgm:pt>
    <dgm:pt modelId="{497004E9-31B7-4C4D-8165-BA6DA1375123}" type="parTrans" cxnId="{888A0DA9-6F95-4C42-8DAD-9624EFA91C7F}">
      <dgm:prSet/>
      <dgm:spPr>
        <a:solidFill>
          <a:schemeClr val="tx1"/>
        </a:solidFill>
      </dgm:spPr>
      <dgm:t>
        <a:bodyPr/>
        <a:lstStyle/>
        <a:p>
          <a:endParaRPr lang="en-US"/>
        </a:p>
      </dgm:t>
    </dgm:pt>
    <dgm:pt modelId="{CB5357E9-C068-49E3-AA7E-54164A551F66}" type="sibTrans" cxnId="{888A0DA9-6F95-4C42-8DAD-9624EFA91C7F}">
      <dgm:prSet/>
      <dgm:spPr/>
      <dgm:t>
        <a:bodyPr/>
        <a:lstStyle/>
        <a:p>
          <a:endParaRPr lang="en-US"/>
        </a:p>
      </dgm:t>
    </dgm:pt>
    <dgm:pt modelId="{582FAB00-B301-429C-B6F5-A81E13AAE7AA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Deploy the app on </a:t>
          </a:r>
          <a:r>
            <a:rPr lang="en-US" dirty="0" err="1"/>
            <a:t>Vercel</a:t>
          </a:r>
          <a:endParaRPr lang="en-US" dirty="0"/>
        </a:p>
      </dgm:t>
    </dgm:pt>
    <dgm:pt modelId="{82627542-95F5-4978-B5A4-EC1E16631CAB}" type="parTrans" cxnId="{73E25DE1-6962-453F-930E-E64BA274F4AC}">
      <dgm:prSet/>
      <dgm:spPr/>
      <dgm:t>
        <a:bodyPr/>
        <a:lstStyle/>
        <a:p>
          <a:endParaRPr lang="en-US"/>
        </a:p>
      </dgm:t>
    </dgm:pt>
    <dgm:pt modelId="{9E314A72-C2DA-4430-9856-22DE7444DB55}" type="sibTrans" cxnId="{73E25DE1-6962-453F-930E-E64BA274F4AC}">
      <dgm:prSet/>
      <dgm:spPr/>
      <dgm:t>
        <a:bodyPr/>
        <a:lstStyle/>
        <a:p>
          <a:endParaRPr lang="en-US"/>
        </a:p>
      </dgm:t>
    </dgm:pt>
    <dgm:pt modelId="{1D9F973E-06E0-4E76-93AD-0ECEBAB58621}" type="pres">
      <dgm:prSet presAssocID="{2A6E6504-E219-485D-B879-29B00C33905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EA0D85A-B5A7-45AA-A3F5-2709539436E2}" type="pres">
      <dgm:prSet presAssocID="{AB58C5D6-C2DE-4D3E-9F17-729EB7BD0B77}" presName="hierRoot1" presStyleCnt="0">
        <dgm:presLayoutVars>
          <dgm:hierBranch val="init"/>
        </dgm:presLayoutVars>
      </dgm:prSet>
      <dgm:spPr/>
    </dgm:pt>
    <dgm:pt modelId="{61EE1965-FEFA-4982-B827-F4AC357C01EC}" type="pres">
      <dgm:prSet presAssocID="{AB58C5D6-C2DE-4D3E-9F17-729EB7BD0B77}" presName="rootComposite1" presStyleCnt="0"/>
      <dgm:spPr/>
    </dgm:pt>
    <dgm:pt modelId="{E05ECE11-B123-446C-9AD1-651D531001B2}" type="pres">
      <dgm:prSet presAssocID="{AB58C5D6-C2DE-4D3E-9F17-729EB7BD0B77}" presName="rootText1" presStyleLbl="node0" presStyleIdx="0" presStyleCnt="1" custScaleX="138474" custScaleY="179575" custLinFactNeighborX="414" custLinFactNeighborY="-7255">
        <dgm:presLayoutVars>
          <dgm:chPref val="3"/>
        </dgm:presLayoutVars>
      </dgm:prSet>
      <dgm:spPr/>
    </dgm:pt>
    <dgm:pt modelId="{461EF343-7F79-49CF-855A-27A32B44171F}" type="pres">
      <dgm:prSet presAssocID="{AB58C5D6-C2DE-4D3E-9F17-729EB7BD0B77}" presName="rootConnector1" presStyleLbl="node1" presStyleIdx="0" presStyleCnt="0"/>
      <dgm:spPr/>
    </dgm:pt>
    <dgm:pt modelId="{FBEDC7F9-AFE6-472B-AF8D-6E8814409DA9}" type="pres">
      <dgm:prSet presAssocID="{AB58C5D6-C2DE-4D3E-9F17-729EB7BD0B77}" presName="hierChild2" presStyleCnt="0"/>
      <dgm:spPr/>
    </dgm:pt>
    <dgm:pt modelId="{3AA3B8F4-B05A-48E1-B67A-029FAB150640}" type="pres">
      <dgm:prSet presAssocID="{E4B95646-690C-4D8D-8488-F1A7D95C5BE7}" presName="Name37" presStyleLbl="parChTrans1D2" presStyleIdx="0" presStyleCnt="4"/>
      <dgm:spPr/>
    </dgm:pt>
    <dgm:pt modelId="{BE699740-FAEB-4CAF-9D31-F0FD02B567DD}" type="pres">
      <dgm:prSet presAssocID="{69433F51-161D-4E5F-AAD7-78DBD36159DB}" presName="hierRoot2" presStyleCnt="0">
        <dgm:presLayoutVars>
          <dgm:hierBranch val="init"/>
        </dgm:presLayoutVars>
      </dgm:prSet>
      <dgm:spPr/>
    </dgm:pt>
    <dgm:pt modelId="{DBAFB737-0893-4BD5-83B2-35C911792FB7}" type="pres">
      <dgm:prSet presAssocID="{69433F51-161D-4E5F-AAD7-78DBD36159DB}" presName="rootComposite" presStyleCnt="0"/>
      <dgm:spPr/>
    </dgm:pt>
    <dgm:pt modelId="{FE7030E7-D41A-4D86-8254-6591D9B8520B}" type="pres">
      <dgm:prSet presAssocID="{69433F51-161D-4E5F-AAD7-78DBD36159DB}" presName="rootText" presStyleLbl="node2" presStyleIdx="0" presStyleCnt="4" custScaleX="115650" custScaleY="122581">
        <dgm:presLayoutVars>
          <dgm:chPref val="3"/>
        </dgm:presLayoutVars>
      </dgm:prSet>
      <dgm:spPr/>
    </dgm:pt>
    <dgm:pt modelId="{41D93B0F-7C56-4BBC-A518-58A3C2FC7CCF}" type="pres">
      <dgm:prSet presAssocID="{69433F51-161D-4E5F-AAD7-78DBD36159DB}" presName="rootConnector" presStyleLbl="node2" presStyleIdx="0" presStyleCnt="4"/>
      <dgm:spPr/>
    </dgm:pt>
    <dgm:pt modelId="{6BA7D6AE-0742-4C30-B2B5-DEEA183DDF4B}" type="pres">
      <dgm:prSet presAssocID="{69433F51-161D-4E5F-AAD7-78DBD36159DB}" presName="hierChild4" presStyleCnt="0"/>
      <dgm:spPr/>
    </dgm:pt>
    <dgm:pt modelId="{D0742073-48CC-498D-8342-0B41AA396F1B}" type="pres">
      <dgm:prSet presAssocID="{69433F51-161D-4E5F-AAD7-78DBD36159DB}" presName="hierChild5" presStyleCnt="0"/>
      <dgm:spPr/>
    </dgm:pt>
    <dgm:pt modelId="{241E0D47-1F53-4DA6-B416-04FE45780EA9}" type="pres">
      <dgm:prSet presAssocID="{2B8417C0-8E31-41BB-8BE3-25821243BA97}" presName="Name37" presStyleLbl="parChTrans1D2" presStyleIdx="1" presStyleCnt="4"/>
      <dgm:spPr/>
    </dgm:pt>
    <dgm:pt modelId="{F67696CF-DF4A-443D-BA57-C07E95072EAB}" type="pres">
      <dgm:prSet presAssocID="{9D6C1F87-6992-4A1C-83DA-D7A33BEEFDAB}" presName="hierRoot2" presStyleCnt="0">
        <dgm:presLayoutVars>
          <dgm:hierBranch val="init"/>
        </dgm:presLayoutVars>
      </dgm:prSet>
      <dgm:spPr/>
    </dgm:pt>
    <dgm:pt modelId="{1FD77E26-0FBB-4D6B-AA7C-B9405C2EFE46}" type="pres">
      <dgm:prSet presAssocID="{9D6C1F87-6992-4A1C-83DA-D7A33BEEFDAB}" presName="rootComposite" presStyleCnt="0"/>
      <dgm:spPr/>
    </dgm:pt>
    <dgm:pt modelId="{B3A54E1C-6A52-4EBB-8E4A-3097EC107829}" type="pres">
      <dgm:prSet presAssocID="{9D6C1F87-6992-4A1C-83DA-D7A33BEEFDAB}" presName="rootText" presStyleLbl="node2" presStyleIdx="1" presStyleCnt="4" custScaleX="135382" custScaleY="123433">
        <dgm:presLayoutVars>
          <dgm:chPref val="3"/>
        </dgm:presLayoutVars>
      </dgm:prSet>
      <dgm:spPr/>
    </dgm:pt>
    <dgm:pt modelId="{16493D94-56AA-41FC-AFF1-33A35E768685}" type="pres">
      <dgm:prSet presAssocID="{9D6C1F87-6992-4A1C-83DA-D7A33BEEFDAB}" presName="rootConnector" presStyleLbl="node2" presStyleIdx="1" presStyleCnt="4"/>
      <dgm:spPr/>
    </dgm:pt>
    <dgm:pt modelId="{9E431B86-804F-4312-B7C5-AED0DE5A3417}" type="pres">
      <dgm:prSet presAssocID="{9D6C1F87-6992-4A1C-83DA-D7A33BEEFDAB}" presName="hierChild4" presStyleCnt="0"/>
      <dgm:spPr/>
    </dgm:pt>
    <dgm:pt modelId="{0022102F-B6C0-44D3-B6C4-2DADBD61B60B}" type="pres">
      <dgm:prSet presAssocID="{9D6C1F87-6992-4A1C-83DA-D7A33BEEFDAB}" presName="hierChild5" presStyleCnt="0"/>
      <dgm:spPr/>
    </dgm:pt>
    <dgm:pt modelId="{5BBF9847-B3F4-413B-96BD-D0065422408C}" type="pres">
      <dgm:prSet presAssocID="{497004E9-31B7-4C4D-8165-BA6DA1375123}" presName="Name37" presStyleLbl="parChTrans1D2" presStyleIdx="2" presStyleCnt="4"/>
      <dgm:spPr/>
    </dgm:pt>
    <dgm:pt modelId="{E300D6AF-C025-41FA-83A6-953AB66E4D0C}" type="pres">
      <dgm:prSet presAssocID="{74729492-3F68-490D-AED3-0CB377D49AB7}" presName="hierRoot2" presStyleCnt="0">
        <dgm:presLayoutVars>
          <dgm:hierBranch val="init"/>
        </dgm:presLayoutVars>
      </dgm:prSet>
      <dgm:spPr/>
    </dgm:pt>
    <dgm:pt modelId="{9F111B0C-C568-4DD0-9077-57C681324E1F}" type="pres">
      <dgm:prSet presAssocID="{74729492-3F68-490D-AED3-0CB377D49AB7}" presName="rootComposite" presStyleCnt="0"/>
      <dgm:spPr/>
    </dgm:pt>
    <dgm:pt modelId="{9A33E0B8-7695-482D-A884-14DB234E886E}" type="pres">
      <dgm:prSet presAssocID="{74729492-3F68-490D-AED3-0CB377D49AB7}" presName="rootText" presStyleLbl="node2" presStyleIdx="2" presStyleCnt="4" custScaleX="125483" custScaleY="125628">
        <dgm:presLayoutVars>
          <dgm:chPref val="3"/>
        </dgm:presLayoutVars>
      </dgm:prSet>
      <dgm:spPr/>
    </dgm:pt>
    <dgm:pt modelId="{F45CD2EA-4EA9-46C0-AC02-71915DC6E1AA}" type="pres">
      <dgm:prSet presAssocID="{74729492-3F68-490D-AED3-0CB377D49AB7}" presName="rootConnector" presStyleLbl="node2" presStyleIdx="2" presStyleCnt="4"/>
      <dgm:spPr/>
    </dgm:pt>
    <dgm:pt modelId="{6BD7C77D-5D9F-43AC-A194-BE8528DA4F08}" type="pres">
      <dgm:prSet presAssocID="{74729492-3F68-490D-AED3-0CB377D49AB7}" presName="hierChild4" presStyleCnt="0"/>
      <dgm:spPr/>
    </dgm:pt>
    <dgm:pt modelId="{2BC9F364-3779-4977-A2DC-4AA4A17745E1}" type="pres">
      <dgm:prSet presAssocID="{74729492-3F68-490D-AED3-0CB377D49AB7}" presName="hierChild5" presStyleCnt="0"/>
      <dgm:spPr/>
    </dgm:pt>
    <dgm:pt modelId="{2DAAB804-0BA5-4216-9C3A-5166C8D95707}" type="pres">
      <dgm:prSet presAssocID="{82627542-95F5-4978-B5A4-EC1E16631CAB}" presName="Name37" presStyleLbl="parChTrans1D2" presStyleIdx="3" presStyleCnt="4"/>
      <dgm:spPr/>
    </dgm:pt>
    <dgm:pt modelId="{344DAD5A-030F-49A9-9946-DFBE476D5FA0}" type="pres">
      <dgm:prSet presAssocID="{582FAB00-B301-429C-B6F5-A81E13AAE7AA}" presName="hierRoot2" presStyleCnt="0">
        <dgm:presLayoutVars>
          <dgm:hierBranch val="init"/>
        </dgm:presLayoutVars>
      </dgm:prSet>
      <dgm:spPr/>
    </dgm:pt>
    <dgm:pt modelId="{DDA1BD3D-A3C5-416B-B10A-16AC9BC80DAA}" type="pres">
      <dgm:prSet presAssocID="{582FAB00-B301-429C-B6F5-A81E13AAE7AA}" presName="rootComposite" presStyleCnt="0"/>
      <dgm:spPr/>
    </dgm:pt>
    <dgm:pt modelId="{A4090D69-D8E7-46CB-B31E-611678BB84F2}" type="pres">
      <dgm:prSet presAssocID="{582FAB00-B301-429C-B6F5-A81E13AAE7AA}" presName="rootText" presStyleLbl="node2" presStyleIdx="3" presStyleCnt="4" custScaleX="128961" custScaleY="128694">
        <dgm:presLayoutVars>
          <dgm:chPref val="3"/>
        </dgm:presLayoutVars>
      </dgm:prSet>
      <dgm:spPr/>
    </dgm:pt>
    <dgm:pt modelId="{8A23A2A2-19C0-4BF5-90CC-BA5C53F8FD29}" type="pres">
      <dgm:prSet presAssocID="{582FAB00-B301-429C-B6F5-A81E13AAE7AA}" presName="rootConnector" presStyleLbl="node2" presStyleIdx="3" presStyleCnt="4"/>
      <dgm:spPr/>
    </dgm:pt>
    <dgm:pt modelId="{FEF2D8C4-D8D8-44FD-9BD2-8A5C0F6E8E7A}" type="pres">
      <dgm:prSet presAssocID="{582FAB00-B301-429C-B6F5-A81E13AAE7AA}" presName="hierChild4" presStyleCnt="0"/>
      <dgm:spPr/>
    </dgm:pt>
    <dgm:pt modelId="{A4F58D2E-C07E-4F0F-854D-A9CBABFE72FA}" type="pres">
      <dgm:prSet presAssocID="{582FAB00-B301-429C-B6F5-A81E13AAE7AA}" presName="hierChild5" presStyleCnt="0"/>
      <dgm:spPr/>
    </dgm:pt>
    <dgm:pt modelId="{5C44D5AF-3906-4AA3-8B01-A107A9AA0BC1}" type="pres">
      <dgm:prSet presAssocID="{AB58C5D6-C2DE-4D3E-9F17-729EB7BD0B77}" presName="hierChild3" presStyleCnt="0"/>
      <dgm:spPr/>
    </dgm:pt>
  </dgm:ptLst>
  <dgm:cxnLst>
    <dgm:cxn modelId="{F28A851E-1DCC-437A-AEA6-59DDB20008A5}" type="presOf" srcId="{9D6C1F87-6992-4A1C-83DA-D7A33BEEFDAB}" destId="{B3A54E1C-6A52-4EBB-8E4A-3097EC107829}" srcOrd="0" destOrd="0" presId="urn:microsoft.com/office/officeart/2005/8/layout/orgChart1"/>
    <dgm:cxn modelId="{20A38930-65E0-44E6-95B0-6A9108C9334C}" type="presOf" srcId="{2B8417C0-8E31-41BB-8BE3-25821243BA97}" destId="{241E0D47-1F53-4DA6-B416-04FE45780EA9}" srcOrd="0" destOrd="0" presId="urn:microsoft.com/office/officeart/2005/8/layout/orgChart1"/>
    <dgm:cxn modelId="{20D88E3C-9F9A-47F7-AF62-FCFC7BA99E5D}" type="presOf" srcId="{582FAB00-B301-429C-B6F5-A81E13AAE7AA}" destId="{8A23A2A2-19C0-4BF5-90CC-BA5C53F8FD29}" srcOrd="1" destOrd="0" presId="urn:microsoft.com/office/officeart/2005/8/layout/orgChart1"/>
    <dgm:cxn modelId="{335F5062-E173-4E06-8439-0D81E17A7F35}" srcId="{2A6E6504-E219-485D-B879-29B00C339052}" destId="{AB58C5D6-C2DE-4D3E-9F17-729EB7BD0B77}" srcOrd="0" destOrd="0" parTransId="{3767BA92-6CF1-4F88-9795-4FF5EB1EB1C3}" sibTransId="{74F056D9-834A-4AE1-A7AA-5DB236709205}"/>
    <dgm:cxn modelId="{1F42087B-01EC-4D1E-96E9-66151CCDBD10}" type="presOf" srcId="{74729492-3F68-490D-AED3-0CB377D49AB7}" destId="{F45CD2EA-4EA9-46C0-AC02-71915DC6E1AA}" srcOrd="1" destOrd="0" presId="urn:microsoft.com/office/officeart/2005/8/layout/orgChart1"/>
    <dgm:cxn modelId="{CAD0B388-FD50-4B33-8B2D-68AA4F417A5D}" srcId="{AB58C5D6-C2DE-4D3E-9F17-729EB7BD0B77}" destId="{69433F51-161D-4E5F-AAD7-78DBD36159DB}" srcOrd="0" destOrd="0" parTransId="{E4B95646-690C-4D8D-8488-F1A7D95C5BE7}" sibTransId="{D7D50957-8B69-44E6-992A-D21D5B47DA1C}"/>
    <dgm:cxn modelId="{33E77791-0641-450D-8308-6F0725EDA950}" type="presOf" srcId="{74729492-3F68-490D-AED3-0CB377D49AB7}" destId="{9A33E0B8-7695-482D-A884-14DB234E886E}" srcOrd="0" destOrd="0" presId="urn:microsoft.com/office/officeart/2005/8/layout/orgChart1"/>
    <dgm:cxn modelId="{0DD12096-93E3-4A47-81B8-C905DB895B6A}" type="presOf" srcId="{82627542-95F5-4978-B5A4-EC1E16631CAB}" destId="{2DAAB804-0BA5-4216-9C3A-5166C8D95707}" srcOrd="0" destOrd="0" presId="urn:microsoft.com/office/officeart/2005/8/layout/orgChart1"/>
    <dgm:cxn modelId="{A7D61998-2279-4C29-969D-134E90C3ADB6}" type="presOf" srcId="{69433F51-161D-4E5F-AAD7-78DBD36159DB}" destId="{FE7030E7-D41A-4D86-8254-6591D9B8520B}" srcOrd="0" destOrd="0" presId="urn:microsoft.com/office/officeart/2005/8/layout/orgChart1"/>
    <dgm:cxn modelId="{D2B3419D-2CA7-4CB4-A877-B577163612B6}" type="presOf" srcId="{582FAB00-B301-429C-B6F5-A81E13AAE7AA}" destId="{A4090D69-D8E7-46CB-B31E-611678BB84F2}" srcOrd="0" destOrd="0" presId="urn:microsoft.com/office/officeart/2005/8/layout/orgChart1"/>
    <dgm:cxn modelId="{888A0DA9-6F95-4C42-8DAD-9624EFA91C7F}" srcId="{AB58C5D6-C2DE-4D3E-9F17-729EB7BD0B77}" destId="{74729492-3F68-490D-AED3-0CB377D49AB7}" srcOrd="2" destOrd="0" parTransId="{497004E9-31B7-4C4D-8165-BA6DA1375123}" sibTransId="{CB5357E9-C068-49E3-AA7E-54164A551F66}"/>
    <dgm:cxn modelId="{D8EC83AC-81B1-4C01-A83C-0B45FC26633E}" type="presOf" srcId="{AB58C5D6-C2DE-4D3E-9F17-729EB7BD0B77}" destId="{461EF343-7F79-49CF-855A-27A32B44171F}" srcOrd="1" destOrd="0" presId="urn:microsoft.com/office/officeart/2005/8/layout/orgChart1"/>
    <dgm:cxn modelId="{F5202FC4-55D9-4191-B89B-2C48C17D0399}" type="presOf" srcId="{E4B95646-690C-4D8D-8488-F1A7D95C5BE7}" destId="{3AA3B8F4-B05A-48E1-B67A-029FAB150640}" srcOrd="0" destOrd="0" presId="urn:microsoft.com/office/officeart/2005/8/layout/orgChart1"/>
    <dgm:cxn modelId="{5FB1F5C8-A9E4-42A4-A6BE-3118A3DF1CEA}" type="presOf" srcId="{2A6E6504-E219-485D-B879-29B00C339052}" destId="{1D9F973E-06E0-4E76-93AD-0ECEBAB58621}" srcOrd="0" destOrd="0" presId="urn:microsoft.com/office/officeart/2005/8/layout/orgChart1"/>
    <dgm:cxn modelId="{6CFBAED3-B52D-4856-A761-7E35BDB336C5}" type="presOf" srcId="{9D6C1F87-6992-4A1C-83DA-D7A33BEEFDAB}" destId="{16493D94-56AA-41FC-AFF1-33A35E768685}" srcOrd="1" destOrd="0" presId="urn:microsoft.com/office/officeart/2005/8/layout/orgChart1"/>
    <dgm:cxn modelId="{73E25DE1-6962-453F-930E-E64BA274F4AC}" srcId="{AB58C5D6-C2DE-4D3E-9F17-729EB7BD0B77}" destId="{582FAB00-B301-429C-B6F5-A81E13AAE7AA}" srcOrd="3" destOrd="0" parTransId="{82627542-95F5-4978-B5A4-EC1E16631CAB}" sibTransId="{9E314A72-C2DA-4430-9856-22DE7444DB55}"/>
    <dgm:cxn modelId="{80CB60E5-9CDF-4BEA-A24F-D030DE93A862}" type="presOf" srcId="{AB58C5D6-C2DE-4D3E-9F17-729EB7BD0B77}" destId="{E05ECE11-B123-446C-9AD1-651D531001B2}" srcOrd="0" destOrd="0" presId="urn:microsoft.com/office/officeart/2005/8/layout/orgChart1"/>
    <dgm:cxn modelId="{533EB7EA-32CC-4640-91D1-EB0E3731EB8E}" type="presOf" srcId="{497004E9-31B7-4C4D-8165-BA6DA1375123}" destId="{5BBF9847-B3F4-413B-96BD-D0065422408C}" srcOrd="0" destOrd="0" presId="urn:microsoft.com/office/officeart/2005/8/layout/orgChart1"/>
    <dgm:cxn modelId="{464D11F5-75FD-4778-8DD9-9BA10561442B}" srcId="{AB58C5D6-C2DE-4D3E-9F17-729EB7BD0B77}" destId="{9D6C1F87-6992-4A1C-83DA-D7A33BEEFDAB}" srcOrd="1" destOrd="0" parTransId="{2B8417C0-8E31-41BB-8BE3-25821243BA97}" sibTransId="{29DAC3C3-287A-413C-999B-517456991988}"/>
    <dgm:cxn modelId="{A276F5FC-5026-4710-BB43-732008462253}" type="presOf" srcId="{69433F51-161D-4E5F-AAD7-78DBD36159DB}" destId="{41D93B0F-7C56-4BBC-A518-58A3C2FC7CCF}" srcOrd="1" destOrd="0" presId="urn:microsoft.com/office/officeart/2005/8/layout/orgChart1"/>
    <dgm:cxn modelId="{A82B46EF-AFD2-4E32-B7F7-147D55DE0550}" type="presParOf" srcId="{1D9F973E-06E0-4E76-93AD-0ECEBAB58621}" destId="{AEA0D85A-B5A7-45AA-A3F5-2709539436E2}" srcOrd="0" destOrd="0" presId="urn:microsoft.com/office/officeart/2005/8/layout/orgChart1"/>
    <dgm:cxn modelId="{9FF072AA-4FEA-4B53-A36B-02206E7D949B}" type="presParOf" srcId="{AEA0D85A-B5A7-45AA-A3F5-2709539436E2}" destId="{61EE1965-FEFA-4982-B827-F4AC357C01EC}" srcOrd="0" destOrd="0" presId="urn:microsoft.com/office/officeart/2005/8/layout/orgChart1"/>
    <dgm:cxn modelId="{6642454B-5549-47DB-9865-F74FA06B8454}" type="presParOf" srcId="{61EE1965-FEFA-4982-B827-F4AC357C01EC}" destId="{E05ECE11-B123-446C-9AD1-651D531001B2}" srcOrd="0" destOrd="0" presId="urn:microsoft.com/office/officeart/2005/8/layout/orgChart1"/>
    <dgm:cxn modelId="{5F6CDFF0-4EC6-4B00-94CE-6F291B0303CB}" type="presParOf" srcId="{61EE1965-FEFA-4982-B827-F4AC357C01EC}" destId="{461EF343-7F79-49CF-855A-27A32B44171F}" srcOrd="1" destOrd="0" presId="urn:microsoft.com/office/officeart/2005/8/layout/orgChart1"/>
    <dgm:cxn modelId="{E69E6C4A-137A-4222-816A-86D1B7CBD20C}" type="presParOf" srcId="{AEA0D85A-B5A7-45AA-A3F5-2709539436E2}" destId="{FBEDC7F9-AFE6-472B-AF8D-6E8814409DA9}" srcOrd="1" destOrd="0" presId="urn:microsoft.com/office/officeart/2005/8/layout/orgChart1"/>
    <dgm:cxn modelId="{9AA913FE-2765-4980-95A5-1C6C66382D7C}" type="presParOf" srcId="{FBEDC7F9-AFE6-472B-AF8D-6E8814409DA9}" destId="{3AA3B8F4-B05A-48E1-B67A-029FAB150640}" srcOrd="0" destOrd="0" presId="urn:microsoft.com/office/officeart/2005/8/layout/orgChart1"/>
    <dgm:cxn modelId="{8AE335C7-13E5-4E7B-B089-C4768BBB1373}" type="presParOf" srcId="{FBEDC7F9-AFE6-472B-AF8D-6E8814409DA9}" destId="{BE699740-FAEB-4CAF-9D31-F0FD02B567DD}" srcOrd="1" destOrd="0" presId="urn:microsoft.com/office/officeart/2005/8/layout/orgChart1"/>
    <dgm:cxn modelId="{CF2C45EF-6D29-4B44-9A9C-CEAE776AB783}" type="presParOf" srcId="{BE699740-FAEB-4CAF-9D31-F0FD02B567DD}" destId="{DBAFB737-0893-4BD5-83B2-35C911792FB7}" srcOrd="0" destOrd="0" presId="urn:microsoft.com/office/officeart/2005/8/layout/orgChart1"/>
    <dgm:cxn modelId="{EA54D370-6BB8-44B9-829A-FDF8862C0A8E}" type="presParOf" srcId="{DBAFB737-0893-4BD5-83B2-35C911792FB7}" destId="{FE7030E7-D41A-4D86-8254-6591D9B8520B}" srcOrd="0" destOrd="0" presId="urn:microsoft.com/office/officeart/2005/8/layout/orgChart1"/>
    <dgm:cxn modelId="{492233F7-66BE-4085-A980-94528F430796}" type="presParOf" srcId="{DBAFB737-0893-4BD5-83B2-35C911792FB7}" destId="{41D93B0F-7C56-4BBC-A518-58A3C2FC7CCF}" srcOrd="1" destOrd="0" presId="urn:microsoft.com/office/officeart/2005/8/layout/orgChart1"/>
    <dgm:cxn modelId="{1100CD00-325F-4873-8CE4-C4BF0C9DDE03}" type="presParOf" srcId="{BE699740-FAEB-4CAF-9D31-F0FD02B567DD}" destId="{6BA7D6AE-0742-4C30-B2B5-DEEA183DDF4B}" srcOrd="1" destOrd="0" presId="urn:microsoft.com/office/officeart/2005/8/layout/orgChart1"/>
    <dgm:cxn modelId="{D8F5BC66-11DF-4F17-B672-AC6A6B5885C4}" type="presParOf" srcId="{BE699740-FAEB-4CAF-9D31-F0FD02B567DD}" destId="{D0742073-48CC-498D-8342-0B41AA396F1B}" srcOrd="2" destOrd="0" presId="urn:microsoft.com/office/officeart/2005/8/layout/orgChart1"/>
    <dgm:cxn modelId="{90F84985-94E5-4A4D-B2BB-2899BA728A98}" type="presParOf" srcId="{FBEDC7F9-AFE6-472B-AF8D-6E8814409DA9}" destId="{241E0D47-1F53-4DA6-B416-04FE45780EA9}" srcOrd="2" destOrd="0" presId="urn:microsoft.com/office/officeart/2005/8/layout/orgChart1"/>
    <dgm:cxn modelId="{C943329C-D18E-4D00-9B8A-40EF814DF5EA}" type="presParOf" srcId="{FBEDC7F9-AFE6-472B-AF8D-6E8814409DA9}" destId="{F67696CF-DF4A-443D-BA57-C07E95072EAB}" srcOrd="3" destOrd="0" presId="urn:microsoft.com/office/officeart/2005/8/layout/orgChart1"/>
    <dgm:cxn modelId="{F960D8E9-714F-451A-ADFF-7107F6116119}" type="presParOf" srcId="{F67696CF-DF4A-443D-BA57-C07E95072EAB}" destId="{1FD77E26-0FBB-4D6B-AA7C-B9405C2EFE46}" srcOrd="0" destOrd="0" presId="urn:microsoft.com/office/officeart/2005/8/layout/orgChart1"/>
    <dgm:cxn modelId="{C297613D-B799-4B86-B97E-BCF5AA6889EE}" type="presParOf" srcId="{1FD77E26-0FBB-4D6B-AA7C-B9405C2EFE46}" destId="{B3A54E1C-6A52-4EBB-8E4A-3097EC107829}" srcOrd="0" destOrd="0" presId="urn:microsoft.com/office/officeart/2005/8/layout/orgChart1"/>
    <dgm:cxn modelId="{E835ABCA-364E-4D6E-80EE-A82468123A4A}" type="presParOf" srcId="{1FD77E26-0FBB-4D6B-AA7C-B9405C2EFE46}" destId="{16493D94-56AA-41FC-AFF1-33A35E768685}" srcOrd="1" destOrd="0" presId="urn:microsoft.com/office/officeart/2005/8/layout/orgChart1"/>
    <dgm:cxn modelId="{CC268275-312A-4914-83D5-D6BE8B7CD5F3}" type="presParOf" srcId="{F67696CF-DF4A-443D-BA57-C07E95072EAB}" destId="{9E431B86-804F-4312-B7C5-AED0DE5A3417}" srcOrd="1" destOrd="0" presId="urn:microsoft.com/office/officeart/2005/8/layout/orgChart1"/>
    <dgm:cxn modelId="{214FA627-DC55-4F86-B361-4A3FDD0C0BEE}" type="presParOf" srcId="{F67696CF-DF4A-443D-BA57-C07E95072EAB}" destId="{0022102F-B6C0-44D3-B6C4-2DADBD61B60B}" srcOrd="2" destOrd="0" presId="urn:microsoft.com/office/officeart/2005/8/layout/orgChart1"/>
    <dgm:cxn modelId="{397B4CAF-9AA5-4D29-835D-DB63238A4D12}" type="presParOf" srcId="{FBEDC7F9-AFE6-472B-AF8D-6E8814409DA9}" destId="{5BBF9847-B3F4-413B-96BD-D0065422408C}" srcOrd="4" destOrd="0" presId="urn:microsoft.com/office/officeart/2005/8/layout/orgChart1"/>
    <dgm:cxn modelId="{64655A37-0B6A-4B61-8014-4F3694A6336B}" type="presParOf" srcId="{FBEDC7F9-AFE6-472B-AF8D-6E8814409DA9}" destId="{E300D6AF-C025-41FA-83A6-953AB66E4D0C}" srcOrd="5" destOrd="0" presId="urn:microsoft.com/office/officeart/2005/8/layout/orgChart1"/>
    <dgm:cxn modelId="{A16B90F5-7BF7-47A0-B67F-4B32054659BC}" type="presParOf" srcId="{E300D6AF-C025-41FA-83A6-953AB66E4D0C}" destId="{9F111B0C-C568-4DD0-9077-57C681324E1F}" srcOrd="0" destOrd="0" presId="urn:microsoft.com/office/officeart/2005/8/layout/orgChart1"/>
    <dgm:cxn modelId="{37C77D63-7C86-4C6E-86FE-05D4FD58FEE5}" type="presParOf" srcId="{9F111B0C-C568-4DD0-9077-57C681324E1F}" destId="{9A33E0B8-7695-482D-A884-14DB234E886E}" srcOrd="0" destOrd="0" presId="urn:microsoft.com/office/officeart/2005/8/layout/orgChart1"/>
    <dgm:cxn modelId="{4F3C3C0E-DD29-4A9D-B366-02D97F4363B9}" type="presParOf" srcId="{9F111B0C-C568-4DD0-9077-57C681324E1F}" destId="{F45CD2EA-4EA9-46C0-AC02-71915DC6E1AA}" srcOrd="1" destOrd="0" presId="urn:microsoft.com/office/officeart/2005/8/layout/orgChart1"/>
    <dgm:cxn modelId="{E1B38F73-DFC6-4BAE-BDBA-893861B22B8C}" type="presParOf" srcId="{E300D6AF-C025-41FA-83A6-953AB66E4D0C}" destId="{6BD7C77D-5D9F-43AC-A194-BE8528DA4F08}" srcOrd="1" destOrd="0" presId="urn:microsoft.com/office/officeart/2005/8/layout/orgChart1"/>
    <dgm:cxn modelId="{4768932C-F320-42BA-A2C2-B537851EDE0C}" type="presParOf" srcId="{E300D6AF-C025-41FA-83A6-953AB66E4D0C}" destId="{2BC9F364-3779-4977-A2DC-4AA4A17745E1}" srcOrd="2" destOrd="0" presId="urn:microsoft.com/office/officeart/2005/8/layout/orgChart1"/>
    <dgm:cxn modelId="{18E2A5DF-8662-48BE-A1C7-549889E30809}" type="presParOf" srcId="{FBEDC7F9-AFE6-472B-AF8D-6E8814409DA9}" destId="{2DAAB804-0BA5-4216-9C3A-5166C8D95707}" srcOrd="6" destOrd="0" presId="urn:microsoft.com/office/officeart/2005/8/layout/orgChart1"/>
    <dgm:cxn modelId="{12265F46-C92F-49A9-B051-0DEE97B69A41}" type="presParOf" srcId="{FBEDC7F9-AFE6-472B-AF8D-6E8814409DA9}" destId="{344DAD5A-030F-49A9-9946-DFBE476D5FA0}" srcOrd="7" destOrd="0" presId="urn:microsoft.com/office/officeart/2005/8/layout/orgChart1"/>
    <dgm:cxn modelId="{948A376C-F495-443C-8001-7007938A8C7E}" type="presParOf" srcId="{344DAD5A-030F-49A9-9946-DFBE476D5FA0}" destId="{DDA1BD3D-A3C5-416B-B10A-16AC9BC80DAA}" srcOrd="0" destOrd="0" presId="urn:microsoft.com/office/officeart/2005/8/layout/orgChart1"/>
    <dgm:cxn modelId="{E2C373B9-5714-4232-A4B0-B98548DC5F4A}" type="presParOf" srcId="{DDA1BD3D-A3C5-416B-B10A-16AC9BC80DAA}" destId="{A4090D69-D8E7-46CB-B31E-611678BB84F2}" srcOrd="0" destOrd="0" presId="urn:microsoft.com/office/officeart/2005/8/layout/orgChart1"/>
    <dgm:cxn modelId="{A38C83F8-FF6D-41F8-8AA7-595F237C4AFF}" type="presParOf" srcId="{DDA1BD3D-A3C5-416B-B10A-16AC9BC80DAA}" destId="{8A23A2A2-19C0-4BF5-90CC-BA5C53F8FD29}" srcOrd="1" destOrd="0" presId="urn:microsoft.com/office/officeart/2005/8/layout/orgChart1"/>
    <dgm:cxn modelId="{AF63D179-2E42-41E4-9C06-9E67C59A93BA}" type="presParOf" srcId="{344DAD5A-030F-49A9-9946-DFBE476D5FA0}" destId="{FEF2D8C4-D8D8-44FD-9BD2-8A5C0F6E8E7A}" srcOrd="1" destOrd="0" presId="urn:microsoft.com/office/officeart/2005/8/layout/orgChart1"/>
    <dgm:cxn modelId="{3B4C2854-02A9-4684-8498-B39296DF2C4C}" type="presParOf" srcId="{344DAD5A-030F-49A9-9946-DFBE476D5FA0}" destId="{A4F58D2E-C07E-4F0F-854D-A9CBABFE72FA}" srcOrd="2" destOrd="0" presId="urn:microsoft.com/office/officeart/2005/8/layout/orgChart1"/>
    <dgm:cxn modelId="{E1369FD4-7A2E-48D1-A434-634496EF3E5B}" type="presParOf" srcId="{AEA0D85A-B5A7-45AA-A3F5-2709539436E2}" destId="{5C44D5AF-3906-4AA3-8B01-A107A9AA0BC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02225E-F693-4942-8B8B-2144DD8C4A8E}" type="doc">
      <dgm:prSet loTypeId="urn:microsoft.com/office/officeart/2005/8/layout/vList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F15F98A-7E52-4E69-A1F4-8379911E3DC6}">
      <dgm:prSet/>
      <dgm:spPr/>
      <dgm:t>
        <a:bodyPr/>
        <a:lstStyle/>
        <a:p>
          <a:r>
            <a:rPr lang="en-US" b="0" i="0" dirty="0"/>
            <a:t>A functional movie recommendation web app.</a:t>
          </a:r>
          <a:endParaRPr lang="en-US" dirty="0"/>
        </a:p>
      </dgm:t>
    </dgm:pt>
    <dgm:pt modelId="{29ECF630-71B0-49B3-A120-86241C0AB158}" type="parTrans" cxnId="{48F91573-83DB-4039-AEC6-78DECA9C2526}">
      <dgm:prSet/>
      <dgm:spPr/>
      <dgm:t>
        <a:bodyPr/>
        <a:lstStyle/>
        <a:p>
          <a:endParaRPr lang="en-US"/>
        </a:p>
      </dgm:t>
    </dgm:pt>
    <dgm:pt modelId="{7A6C6584-ADCD-4C8C-B0DE-C9B328F83FF3}" type="sibTrans" cxnId="{48F91573-83DB-4039-AEC6-78DECA9C2526}">
      <dgm:prSet/>
      <dgm:spPr/>
      <dgm:t>
        <a:bodyPr/>
        <a:lstStyle/>
        <a:p>
          <a:endParaRPr lang="en-US"/>
        </a:p>
      </dgm:t>
    </dgm:pt>
    <dgm:pt modelId="{06C9197D-E764-43AE-AF82-F25671A2DA74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b="0" i="0" dirty="0"/>
            <a:t>Accurate movie suggestions.</a:t>
          </a:r>
          <a:endParaRPr lang="en-US" dirty="0"/>
        </a:p>
      </dgm:t>
    </dgm:pt>
    <dgm:pt modelId="{8DD3DFE2-7C72-4167-87FF-A96ABA2BDAD9}" type="parTrans" cxnId="{DB53380E-2551-4F7C-BCDC-A06E3A34CD7F}">
      <dgm:prSet/>
      <dgm:spPr/>
      <dgm:t>
        <a:bodyPr/>
        <a:lstStyle/>
        <a:p>
          <a:endParaRPr lang="en-US"/>
        </a:p>
      </dgm:t>
    </dgm:pt>
    <dgm:pt modelId="{ECBC9A93-F718-45DB-9902-632835640B3A}" type="sibTrans" cxnId="{DB53380E-2551-4F7C-BCDC-A06E3A34CD7F}">
      <dgm:prSet/>
      <dgm:spPr/>
      <dgm:t>
        <a:bodyPr/>
        <a:lstStyle/>
        <a:p>
          <a:endParaRPr lang="en-US"/>
        </a:p>
      </dgm:t>
    </dgm:pt>
    <dgm:pt modelId="{358122D3-773E-4061-B30B-FABC6302C8DF}">
      <dgm:prSet/>
      <dgm:spPr/>
      <dgm:t>
        <a:bodyPr/>
        <a:lstStyle/>
        <a:p>
          <a:r>
            <a:rPr lang="en-US" b="0" i="0" dirty="0"/>
            <a:t>Efficient search and filtering system.</a:t>
          </a:r>
          <a:endParaRPr lang="en-US" dirty="0"/>
        </a:p>
      </dgm:t>
    </dgm:pt>
    <dgm:pt modelId="{57750E63-0F98-46EA-B38A-6F9448AC7C08}" type="parTrans" cxnId="{96F346D8-A683-427F-B45A-0BB5B14E3165}">
      <dgm:prSet/>
      <dgm:spPr/>
      <dgm:t>
        <a:bodyPr/>
        <a:lstStyle/>
        <a:p>
          <a:endParaRPr lang="en-US"/>
        </a:p>
      </dgm:t>
    </dgm:pt>
    <dgm:pt modelId="{C2108318-C869-4FA9-BFA4-6CD71B9B1DA6}" type="sibTrans" cxnId="{96F346D8-A683-427F-B45A-0BB5B14E3165}">
      <dgm:prSet/>
      <dgm:spPr/>
      <dgm:t>
        <a:bodyPr/>
        <a:lstStyle/>
        <a:p>
          <a:endParaRPr lang="en-US"/>
        </a:p>
      </dgm:t>
    </dgm:pt>
    <dgm:pt modelId="{7D1742AD-75F6-4D4E-ADF1-3C6022C55D5B}">
      <dgm:prSet/>
      <dgm:spPr/>
      <dgm:t>
        <a:bodyPr/>
        <a:lstStyle/>
        <a:p>
          <a:r>
            <a:rPr lang="en-US" b="0" i="0" dirty="0"/>
            <a:t>Integration of </a:t>
          </a:r>
          <a:r>
            <a:rPr lang="en-US" b="1" i="0" dirty="0"/>
            <a:t>collaborative filtering.</a:t>
          </a:r>
          <a:endParaRPr lang="en-US" dirty="0"/>
        </a:p>
      </dgm:t>
    </dgm:pt>
    <dgm:pt modelId="{59985116-0F06-449B-9595-3724893923EC}" type="sibTrans" cxnId="{C3153133-CA92-4324-91C4-8FB2665E58DD}">
      <dgm:prSet/>
      <dgm:spPr/>
      <dgm:t>
        <a:bodyPr/>
        <a:lstStyle/>
        <a:p>
          <a:endParaRPr lang="en-US"/>
        </a:p>
      </dgm:t>
    </dgm:pt>
    <dgm:pt modelId="{A34FD8D9-AFC2-4A6C-8C99-25BBDC57ECA1}" type="parTrans" cxnId="{C3153133-CA92-4324-91C4-8FB2665E58DD}">
      <dgm:prSet/>
      <dgm:spPr/>
      <dgm:t>
        <a:bodyPr/>
        <a:lstStyle/>
        <a:p>
          <a:endParaRPr lang="en-US"/>
        </a:p>
      </dgm:t>
    </dgm:pt>
    <dgm:pt modelId="{DB0B7148-E481-4FDF-B3FF-DED2537105B2}" type="pres">
      <dgm:prSet presAssocID="{A102225E-F693-4942-8B8B-2144DD8C4A8E}" presName="linearFlow" presStyleCnt="0">
        <dgm:presLayoutVars>
          <dgm:dir/>
          <dgm:resizeHandles val="exact"/>
        </dgm:presLayoutVars>
      </dgm:prSet>
      <dgm:spPr/>
    </dgm:pt>
    <dgm:pt modelId="{04C7606B-DA77-4875-8E54-F4CA6D6C8AE5}" type="pres">
      <dgm:prSet presAssocID="{CF15F98A-7E52-4E69-A1F4-8379911E3DC6}" presName="composite" presStyleCnt="0"/>
      <dgm:spPr/>
    </dgm:pt>
    <dgm:pt modelId="{CD490F03-3806-4C23-BCC4-ECC56EC52D34}" type="pres">
      <dgm:prSet presAssocID="{CF15F98A-7E52-4E69-A1F4-8379911E3DC6}" presName="imgShp" presStyleLbl="fgImgPlace1" presStyleIdx="0" presStyleCnt="4"/>
      <dgm:spPr/>
    </dgm:pt>
    <dgm:pt modelId="{B9552E28-E21C-4D38-8E8C-7680315A8AE4}" type="pres">
      <dgm:prSet presAssocID="{CF15F98A-7E52-4E69-A1F4-8379911E3DC6}" presName="txShp" presStyleLbl="node1" presStyleIdx="0" presStyleCnt="4">
        <dgm:presLayoutVars>
          <dgm:bulletEnabled val="1"/>
        </dgm:presLayoutVars>
      </dgm:prSet>
      <dgm:spPr/>
    </dgm:pt>
    <dgm:pt modelId="{B52C63F4-FC35-414E-A59D-B5154EDEB28D}" type="pres">
      <dgm:prSet presAssocID="{7A6C6584-ADCD-4C8C-B0DE-C9B328F83FF3}" presName="spacing" presStyleCnt="0"/>
      <dgm:spPr/>
    </dgm:pt>
    <dgm:pt modelId="{D151166E-C8FD-4B47-A959-3D3A57A164E5}" type="pres">
      <dgm:prSet presAssocID="{06C9197D-E764-43AE-AF82-F25671A2DA74}" presName="composite" presStyleCnt="0"/>
      <dgm:spPr/>
    </dgm:pt>
    <dgm:pt modelId="{6B289A95-3023-436D-B3E2-CA55D124D444}" type="pres">
      <dgm:prSet presAssocID="{06C9197D-E764-43AE-AF82-F25671A2DA74}" presName="imgShp" presStyleLbl="fgImgPlace1" presStyleIdx="1" presStyleCnt="4"/>
      <dgm:spPr/>
    </dgm:pt>
    <dgm:pt modelId="{F12B3BB3-B0AE-433A-98C4-0A60BF4F3E8D}" type="pres">
      <dgm:prSet presAssocID="{06C9197D-E764-43AE-AF82-F25671A2DA74}" presName="txShp" presStyleLbl="node1" presStyleIdx="1" presStyleCnt="4">
        <dgm:presLayoutVars>
          <dgm:bulletEnabled val="1"/>
        </dgm:presLayoutVars>
      </dgm:prSet>
      <dgm:spPr/>
    </dgm:pt>
    <dgm:pt modelId="{829473E3-9A21-4717-8E98-4C6AFD2B4415}" type="pres">
      <dgm:prSet presAssocID="{ECBC9A93-F718-45DB-9902-632835640B3A}" presName="spacing" presStyleCnt="0"/>
      <dgm:spPr/>
    </dgm:pt>
    <dgm:pt modelId="{BC4C5DBF-EA36-4128-A627-E599D8927EED}" type="pres">
      <dgm:prSet presAssocID="{358122D3-773E-4061-B30B-FABC6302C8DF}" presName="composite" presStyleCnt="0"/>
      <dgm:spPr/>
    </dgm:pt>
    <dgm:pt modelId="{675A894E-4B4A-4684-9BE9-E6B8B53CCD51}" type="pres">
      <dgm:prSet presAssocID="{358122D3-773E-4061-B30B-FABC6302C8DF}" presName="imgShp" presStyleLbl="fgImgPlace1" presStyleIdx="2" presStyleCnt="4"/>
      <dgm:spPr/>
    </dgm:pt>
    <dgm:pt modelId="{7283C2F4-883B-4DA9-A0E5-D7C732F1545A}" type="pres">
      <dgm:prSet presAssocID="{358122D3-773E-4061-B30B-FABC6302C8DF}" presName="txShp" presStyleLbl="node1" presStyleIdx="2" presStyleCnt="4">
        <dgm:presLayoutVars>
          <dgm:bulletEnabled val="1"/>
        </dgm:presLayoutVars>
      </dgm:prSet>
      <dgm:spPr/>
    </dgm:pt>
    <dgm:pt modelId="{76E821EB-F6F2-49BE-ABEA-31BFCCA77BBD}" type="pres">
      <dgm:prSet presAssocID="{C2108318-C869-4FA9-BFA4-6CD71B9B1DA6}" presName="spacing" presStyleCnt="0"/>
      <dgm:spPr/>
    </dgm:pt>
    <dgm:pt modelId="{F2283011-8634-48B6-A8BC-DCEA95A65E24}" type="pres">
      <dgm:prSet presAssocID="{7D1742AD-75F6-4D4E-ADF1-3C6022C55D5B}" presName="composite" presStyleCnt="0"/>
      <dgm:spPr/>
    </dgm:pt>
    <dgm:pt modelId="{C10900C7-7B29-45DA-9D99-FF29F49B16D1}" type="pres">
      <dgm:prSet presAssocID="{7D1742AD-75F6-4D4E-ADF1-3C6022C55D5B}" presName="imgShp" presStyleLbl="fgImgPlace1" presStyleIdx="3" presStyleCnt="4"/>
      <dgm:spPr/>
    </dgm:pt>
    <dgm:pt modelId="{95BCFCC7-348B-4FD8-9CED-2FF668EF2C1A}" type="pres">
      <dgm:prSet presAssocID="{7D1742AD-75F6-4D4E-ADF1-3C6022C55D5B}" presName="txShp" presStyleLbl="node1" presStyleIdx="3" presStyleCnt="4">
        <dgm:presLayoutVars>
          <dgm:bulletEnabled val="1"/>
        </dgm:presLayoutVars>
      </dgm:prSet>
      <dgm:spPr/>
    </dgm:pt>
  </dgm:ptLst>
  <dgm:cxnLst>
    <dgm:cxn modelId="{AC948201-B069-4B21-B333-E12DA6B4FB7D}" type="presOf" srcId="{358122D3-773E-4061-B30B-FABC6302C8DF}" destId="{7283C2F4-883B-4DA9-A0E5-D7C732F1545A}" srcOrd="0" destOrd="0" presId="urn:microsoft.com/office/officeart/2005/8/layout/vList3"/>
    <dgm:cxn modelId="{DB53380E-2551-4F7C-BCDC-A06E3A34CD7F}" srcId="{A102225E-F693-4942-8B8B-2144DD8C4A8E}" destId="{06C9197D-E764-43AE-AF82-F25671A2DA74}" srcOrd="1" destOrd="0" parTransId="{8DD3DFE2-7C72-4167-87FF-A96ABA2BDAD9}" sibTransId="{ECBC9A93-F718-45DB-9902-632835640B3A}"/>
    <dgm:cxn modelId="{C3153133-CA92-4324-91C4-8FB2665E58DD}" srcId="{A102225E-F693-4942-8B8B-2144DD8C4A8E}" destId="{7D1742AD-75F6-4D4E-ADF1-3C6022C55D5B}" srcOrd="3" destOrd="0" parTransId="{A34FD8D9-AFC2-4A6C-8C99-25BBDC57ECA1}" sibTransId="{59985116-0F06-449B-9595-3724893923EC}"/>
    <dgm:cxn modelId="{48F91573-83DB-4039-AEC6-78DECA9C2526}" srcId="{A102225E-F693-4942-8B8B-2144DD8C4A8E}" destId="{CF15F98A-7E52-4E69-A1F4-8379911E3DC6}" srcOrd="0" destOrd="0" parTransId="{29ECF630-71B0-49B3-A120-86241C0AB158}" sibTransId="{7A6C6584-ADCD-4C8C-B0DE-C9B328F83FF3}"/>
    <dgm:cxn modelId="{CB721F94-7595-40E6-96CE-30C868C1D3A3}" type="presOf" srcId="{CF15F98A-7E52-4E69-A1F4-8379911E3DC6}" destId="{B9552E28-E21C-4D38-8E8C-7680315A8AE4}" srcOrd="0" destOrd="0" presId="urn:microsoft.com/office/officeart/2005/8/layout/vList3"/>
    <dgm:cxn modelId="{DA787798-FB0C-40ED-9FC1-86B6256A3E7A}" type="presOf" srcId="{A102225E-F693-4942-8B8B-2144DD8C4A8E}" destId="{DB0B7148-E481-4FDF-B3FF-DED2537105B2}" srcOrd="0" destOrd="0" presId="urn:microsoft.com/office/officeart/2005/8/layout/vList3"/>
    <dgm:cxn modelId="{96F346D8-A683-427F-B45A-0BB5B14E3165}" srcId="{A102225E-F693-4942-8B8B-2144DD8C4A8E}" destId="{358122D3-773E-4061-B30B-FABC6302C8DF}" srcOrd="2" destOrd="0" parTransId="{57750E63-0F98-46EA-B38A-6F9448AC7C08}" sibTransId="{C2108318-C869-4FA9-BFA4-6CD71B9B1DA6}"/>
    <dgm:cxn modelId="{B037FDDC-C7E4-4B01-B675-FDD8A8E5CDA1}" type="presOf" srcId="{7D1742AD-75F6-4D4E-ADF1-3C6022C55D5B}" destId="{95BCFCC7-348B-4FD8-9CED-2FF668EF2C1A}" srcOrd="0" destOrd="0" presId="urn:microsoft.com/office/officeart/2005/8/layout/vList3"/>
    <dgm:cxn modelId="{B138F8F7-E0D0-4ED4-847D-4463CD50A42C}" type="presOf" srcId="{06C9197D-E764-43AE-AF82-F25671A2DA74}" destId="{F12B3BB3-B0AE-433A-98C4-0A60BF4F3E8D}" srcOrd="0" destOrd="0" presId="urn:microsoft.com/office/officeart/2005/8/layout/vList3"/>
    <dgm:cxn modelId="{3C256224-7663-4D25-B34B-55D3C4F1EEF4}" type="presParOf" srcId="{DB0B7148-E481-4FDF-B3FF-DED2537105B2}" destId="{04C7606B-DA77-4875-8E54-F4CA6D6C8AE5}" srcOrd="0" destOrd="0" presId="urn:microsoft.com/office/officeart/2005/8/layout/vList3"/>
    <dgm:cxn modelId="{5E057FC1-71F2-4C8F-A3E9-AA35B9BAF470}" type="presParOf" srcId="{04C7606B-DA77-4875-8E54-F4CA6D6C8AE5}" destId="{CD490F03-3806-4C23-BCC4-ECC56EC52D34}" srcOrd="0" destOrd="0" presId="urn:microsoft.com/office/officeart/2005/8/layout/vList3"/>
    <dgm:cxn modelId="{92606DB5-FB02-4E9A-8D8E-8DF8DE3650E9}" type="presParOf" srcId="{04C7606B-DA77-4875-8E54-F4CA6D6C8AE5}" destId="{B9552E28-E21C-4D38-8E8C-7680315A8AE4}" srcOrd="1" destOrd="0" presId="urn:microsoft.com/office/officeart/2005/8/layout/vList3"/>
    <dgm:cxn modelId="{F0DF0441-1BC9-4E8F-86A2-51DED33D01A4}" type="presParOf" srcId="{DB0B7148-E481-4FDF-B3FF-DED2537105B2}" destId="{B52C63F4-FC35-414E-A59D-B5154EDEB28D}" srcOrd="1" destOrd="0" presId="urn:microsoft.com/office/officeart/2005/8/layout/vList3"/>
    <dgm:cxn modelId="{E0A5AD7F-AAA7-4A9E-8DA9-B9257387336C}" type="presParOf" srcId="{DB0B7148-E481-4FDF-B3FF-DED2537105B2}" destId="{D151166E-C8FD-4B47-A959-3D3A57A164E5}" srcOrd="2" destOrd="0" presId="urn:microsoft.com/office/officeart/2005/8/layout/vList3"/>
    <dgm:cxn modelId="{E48A3DBC-B9D0-4FB5-9EB1-C8BF1726C002}" type="presParOf" srcId="{D151166E-C8FD-4B47-A959-3D3A57A164E5}" destId="{6B289A95-3023-436D-B3E2-CA55D124D444}" srcOrd="0" destOrd="0" presId="urn:microsoft.com/office/officeart/2005/8/layout/vList3"/>
    <dgm:cxn modelId="{630BE99E-A578-42CF-A157-37F752295D1A}" type="presParOf" srcId="{D151166E-C8FD-4B47-A959-3D3A57A164E5}" destId="{F12B3BB3-B0AE-433A-98C4-0A60BF4F3E8D}" srcOrd="1" destOrd="0" presId="urn:microsoft.com/office/officeart/2005/8/layout/vList3"/>
    <dgm:cxn modelId="{70381384-45DE-4455-BC94-F5387A0A6CFD}" type="presParOf" srcId="{DB0B7148-E481-4FDF-B3FF-DED2537105B2}" destId="{829473E3-9A21-4717-8E98-4C6AFD2B4415}" srcOrd="3" destOrd="0" presId="urn:microsoft.com/office/officeart/2005/8/layout/vList3"/>
    <dgm:cxn modelId="{511B469C-FE1C-496D-B228-C36D7CA43FFB}" type="presParOf" srcId="{DB0B7148-E481-4FDF-B3FF-DED2537105B2}" destId="{BC4C5DBF-EA36-4128-A627-E599D8927EED}" srcOrd="4" destOrd="0" presId="urn:microsoft.com/office/officeart/2005/8/layout/vList3"/>
    <dgm:cxn modelId="{B7B24C52-902D-4EBF-93C3-A12F5952051B}" type="presParOf" srcId="{BC4C5DBF-EA36-4128-A627-E599D8927EED}" destId="{675A894E-4B4A-4684-9BE9-E6B8B53CCD51}" srcOrd="0" destOrd="0" presId="urn:microsoft.com/office/officeart/2005/8/layout/vList3"/>
    <dgm:cxn modelId="{20821279-DCA5-46E0-B4A6-33752FF67647}" type="presParOf" srcId="{BC4C5DBF-EA36-4128-A627-E599D8927EED}" destId="{7283C2F4-883B-4DA9-A0E5-D7C732F1545A}" srcOrd="1" destOrd="0" presId="urn:microsoft.com/office/officeart/2005/8/layout/vList3"/>
    <dgm:cxn modelId="{C03793CF-E0AC-4039-846C-316A5C36C0CC}" type="presParOf" srcId="{DB0B7148-E481-4FDF-B3FF-DED2537105B2}" destId="{76E821EB-F6F2-49BE-ABEA-31BFCCA77BBD}" srcOrd="5" destOrd="0" presId="urn:microsoft.com/office/officeart/2005/8/layout/vList3"/>
    <dgm:cxn modelId="{75D0ED28-BBA5-450D-BC82-CC6E31137DD4}" type="presParOf" srcId="{DB0B7148-E481-4FDF-B3FF-DED2537105B2}" destId="{F2283011-8634-48B6-A8BC-DCEA95A65E24}" srcOrd="6" destOrd="0" presId="urn:microsoft.com/office/officeart/2005/8/layout/vList3"/>
    <dgm:cxn modelId="{006FD13F-6148-45B9-B1B0-733B8B8AFE99}" type="presParOf" srcId="{F2283011-8634-48B6-A8BC-DCEA95A65E24}" destId="{C10900C7-7B29-45DA-9D99-FF29F49B16D1}" srcOrd="0" destOrd="0" presId="urn:microsoft.com/office/officeart/2005/8/layout/vList3"/>
    <dgm:cxn modelId="{99339C19-1C6A-42F8-9116-928DCB9C3361}" type="presParOf" srcId="{F2283011-8634-48B6-A8BC-DCEA95A65E24}" destId="{95BCFCC7-348B-4FD8-9CED-2FF668EF2C1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1A69C5-61FC-48AD-A3E9-50B5824B5948}" type="doc">
      <dgm:prSet loTypeId="urn:microsoft.com/office/officeart/2005/8/layout/hProcess9" loCatId="process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1FB6CE62-3DB0-4DBE-BAB2-3C64BD911573}">
      <dgm:prSet phldrT="[Text]" custT="1"/>
      <dgm:spPr/>
      <dgm:t>
        <a:bodyPr/>
        <a:lstStyle/>
        <a:p>
          <a:r>
            <a:rPr lang="en-US" sz="1200" i="1" dirty="0">
              <a:solidFill>
                <a:schemeClr val="tx1"/>
              </a:solidFill>
            </a:rPr>
            <a:t>Week 1</a:t>
          </a:r>
        </a:p>
        <a:p>
          <a:r>
            <a:rPr lang="en-US" sz="1200" i="1" dirty="0">
              <a:solidFill>
                <a:schemeClr val="tx1"/>
              </a:solidFill>
            </a:rPr>
            <a:t>Planning &amp; Analysis</a:t>
          </a:r>
        </a:p>
        <a:p>
          <a:r>
            <a:rPr lang="en-US" sz="1200" dirty="0"/>
            <a:t>Defining project scope, gathering requirements, and analyzing data needs.</a:t>
          </a:r>
          <a:endParaRPr lang="en-US" sz="1200" i="1" dirty="0"/>
        </a:p>
      </dgm:t>
    </dgm:pt>
    <dgm:pt modelId="{80BA95E9-682A-49AA-BBC9-5421BE5B671F}" type="parTrans" cxnId="{1C7ABBD4-0421-4580-8E9C-CDD3A4AF3F1B}">
      <dgm:prSet/>
      <dgm:spPr/>
      <dgm:t>
        <a:bodyPr/>
        <a:lstStyle/>
        <a:p>
          <a:endParaRPr lang="en-US"/>
        </a:p>
      </dgm:t>
    </dgm:pt>
    <dgm:pt modelId="{AB4116E4-A8DF-4AC6-B221-522BDDDE3A9D}" type="sibTrans" cxnId="{1C7ABBD4-0421-4580-8E9C-CDD3A4AF3F1B}">
      <dgm:prSet/>
      <dgm:spPr/>
      <dgm:t>
        <a:bodyPr/>
        <a:lstStyle/>
        <a:p>
          <a:endParaRPr lang="en-US"/>
        </a:p>
      </dgm:t>
    </dgm:pt>
    <dgm:pt modelId="{27050B86-AC93-4182-ACD5-CDA047FEAA47}">
      <dgm:prSet phldrT="[Text]" custT="1"/>
      <dgm:spPr>
        <a:solidFill>
          <a:srgbClr val="00B050"/>
        </a:solidFill>
      </dgm:spPr>
      <dgm:t>
        <a:bodyPr/>
        <a:lstStyle/>
        <a:p>
          <a:r>
            <a:rPr lang="en-US" sz="1300" i="1">
              <a:solidFill>
                <a:schemeClr val="tx1"/>
              </a:solidFill>
            </a:rPr>
            <a:t>Weeks 2-4</a:t>
          </a:r>
        </a:p>
        <a:p>
          <a:r>
            <a:rPr lang="en-US" sz="1300" i="1">
              <a:solidFill>
                <a:schemeClr val="tx1"/>
              </a:solidFill>
            </a:rPr>
            <a:t>Data Collection</a:t>
          </a:r>
        </a:p>
        <a:p>
          <a:r>
            <a:rPr lang="en-US" sz="1300"/>
            <a:t>Gathering data from various sources and preparing it for analysis.</a:t>
          </a:r>
          <a:endParaRPr lang="en-US" sz="1300" i="1" dirty="0"/>
        </a:p>
      </dgm:t>
    </dgm:pt>
    <dgm:pt modelId="{1DD72620-701A-42AA-B6CF-39EAA6E145E5}" type="parTrans" cxnId="{4D941BD7-3806-4733-BFCB-D27F1FD364EC}">
      <dgm:prSet/>
      <dgm:spPr/>
      <dgm:t>
        <a:bodyPr/>
        <a:lstStyle/>
        <a:p>
          <a:endParaRPr lang="en-US"/>
        </a:p>
      </dgm:t>
    </dgm:pt>
    <dgm:pt modelId="{BD1CFF79-9D6D-4CA1-873E-E9B85569CBF7}" type="sibTrans" cxnId="{4D941BD7-3806-4733-BFCB-D27F1FD364EC}">
      <dgm:prSet/>
      <dgm:spPr/>
      <dgm:t>
        <a:bodyPr/>
        <a:lstStyle/>
        <a:p>
          <a:endParaRPr lang="en-US"/>
        </a:p>
      </dgm:t>
    </dgm:pt>
    <dgm:pt modelId="{F999D8AF-C055-4DC1-BD5C-B48DF5255770}">
      <dgm:prSet phldrT="[Text]"/>
      <dgm:spPr>
        <a:solidFill>
          <a:schemeClr val="accent1"/>
        </a:solidFill>
      </dgm:spPr>
      <dgm:t>
        <a:bodyPr/>
        <a:lstStyle/>
        <a:p>
          <a:r>
            <a:rPr lang="en-US" b="0" i="1" dirty="0">
              <a:solidFill>
                <a:schemeClr val="tx1"/>
              </a:solidFill>
            </a:rPr>
            <a:t>Week 5</a:t>
          </a:r>
        </a:p>
        <a:p>
          <a:r>
            <a:rPr lang="en-US" b="0" i="1" dirty="0">
              <a:solidFill>
                <a:schemeClr val="tx1"/>
              </a:solidFill>
            </a:rPr>
            <a:t>ML Implementation</a:t>
          </a:r>
        </a:p>
        <a:p>
          <a:r>
            <a:rPr lang="en-US" dirty="0"/>
            <a:t>Vectorizing data and implementing Machine Learning Algorithm.</a:t>
          </a:r>
          <a:endParaRPr lang="en-US" b="0" i="1" dirty="0"/>
        </a:p>
      </dgm:t>
    </dgm:pt>
    <dgm:pt modelId="{D0C00519-ED8E-4793-9D71-931A5AE5B8AF}" type="parTrans" cxnId="{BF07CFF9-BA4C-4C88-909B-A5A0BAF1C1F2}">
      <dgm:prSet/>
      <dgm:spPr/>
      <dgm:t>
        <a:bodyPr/>
        <a:lstStyle/>
        <a:p>
          <a:endParaRPr lang="en-US"/>
        </a:p>
      </dgm:t>
    </dgm:pt>
    <dgm:pt modelId="{C85359E1-9DCA-4205-B335-FC9D3EC1C827}" type="sibTrans" cxnId="{BF07CFF9-BA4C-4C88-909B-A5A0BAF1C1F2}">
      <dgm:prSet/>
      <dgm:spPr/>
      <dgm:t>
        <a:bodyPr/>
        <a:lstStyle/>
        <a:p>
          <a:endParaRPr lang="en-US"/>
        </a:p>
      </dgm:t>
    </dgm:pt>
    <dgm:pt modelId="{FF7D31BB-8432-466C-80AD-F765DEBB77C9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b="0" i="1" dirty="0">
              <a:solidFill>
                <a:schemeClr val="tx1"/>
              </a:solidFill>
            </a:rPr>
            <a:t>Week 6</a:t>
          </a:r>
        </a:p>
        <a:p>
          <a:r>
            <a:rPr lang="en-US" b="0" i="1" dirty="0">
              <a:solidFill>
                <a:schemeClr val="tx1"/>
              </a:solidFill>
            </a:rPr>
            <a:t>Backend Development</a:t>
          </a:r>
        </a:p>
        <a:p>
          <a:r>
            <a:rPr lang="en-US" dirty="0"/>
            <a:t>Developing the server-side logic using the Flask framework.</a:t>
          </a:r>
        </a:p>
      </dgm:t>
    </dgm:pt>
    <dgm:pt modelId="{64E6CC70-96A4-4A2B-A324-D23BF365D598}" type="parTrans" cxnId="{1549BBBC-2B7E-402C-894F-EC9A6325ADCC}">
      <dgm:prSet/>
      <dgm:spPr/>
      <dgm:t>
        <a:bodyPr/>
        <a:lstStyle/>
        <a:p>
          <a:endParaRPr lang="en-US"/>
        </a:p>
      </dgm:t>
    </dgm:pt>
    <dgm:pt modelId="{0F2739D3-7D56-45B5-A1B3-BBDF7CEAD662}" type="sibTrans" cxnId="{1549BBBC-2B7E-402C-894F-EC9A6325ADCC}">
      <dgm:prSet/>
      <dgm:spPr/>
      <dgm:t>
        <a:bodyPr/>
        <a:lstStyle/>
        <a:p>
          <a:endParaRPr lang="en-US"/>
        </a:p>
      </dgm:t>
    </dgm:pt>
    <dgm:pt modelId="{D732DDA7-3D64-4B0C-8A14-33D906FFBD50}">
      <dgm:prSet custT="1"/>
      <dgm:spPr/>
      <dgm:t>
        <a:bodyPr/>
        <a:lstStyle/>
        <a:p>
          <a:r>
            <a:rPr lang="en-US" sz="1300" b="0" i="1" dirty="0">
              <a:solidFill>
                <a:schemeClr val="tx1"/>
              </a:solidFill>
            </a:rPr>
            <a:t>Week 7</a:t>
          </a:r>
        </a:p>
        <a:p>
          <a:r>
            <a:rPr lang="en-US" sz="1300" b="0" i="1" dirty="0">
              <a:solidFill>
                <a:schemeClr val="tx1"/>
              </a:solidFill>
            </a:rPr>
            <a:t>Frontend Development</a:t>
          </a:r>
        </a:p>
        <a:p>
          <a:r>
            <a:rPr lang="en-US" sz="1300" dirty="0"/>
            <a:t>Building the user interface using the React framework.</a:t>
          </a:r>
        </a:p>
      </dgm:t>
    </dgm:pt>
    <dgm:pt modelId="{B0BC7397-1EBD-4456-A57A-AB371F46D302}" type="sibTrans" cxnId="{EF9D1225-33CB-4570-8AA0-24A52C7E4C7E}">
      <dgm:prSet/>
      <dgm:spPr/>
      <dgm:t>
        <a:bodyPr/>
        <a:lstStyle/>
        <a:p>
          <a:endParaRPr lang="en-US"/>
        </a:p>
      </dgm:t>
    </dgm:pt>
    <dgm:pt modelId="{CBDFEEE6-46DE-43CE-AB9C-DEF6673AFF09}" type="parTrans" cxnId="{EF9D1225-33CB-4570-8AA0-24A52C7E4C7E}">
      <dgm:prSet/>
      <dgm:spPr/>
      <dgm:t>
        <a:bodyPr/>
        <a:lstStyle/>
        <a:p>
          <a:endParaRPr lang="en-US"/>
        </a:p>
      </dgm:t>
    </dgm:pt>
    <dgm:pt modelId="{D17F234D-A502-478C-9B18-82EF78E69C48}" type="pres">
      <dgm:prSet presAssocID="{611A69C5-61FC-48AD-A3E9-50B5824B5948}" presName="CompostProcess" presStyleCnt="0">
        <dgm:presLayoutVars>
          <dgm:dir/>
          <dgm:resizeHandles val="exact"/>
        </dgm:presLayoutVars>
      </dgm:prSet>
      <dgm:spPr/>
    </dgm:pt>
    <dgm:pt modelId="{F51BEE50-71C1-40E0-BBD6-2056848A1055}" type="pres">
      <dgm:prSet presAssocID="{611A69C5-61FC-48AD-A3E9-50B5824B5948}" presName="arrow" presStyleLbl="bgShp" presStyleIdx="0" presStyleCnt="1" custScaleX="117251" custLinFactNeighborX="149" custLinFactNeighborY="-569"/>
      <dgm:spPr>
        <a:solidFill>
          <a:schemeClr val="accent6">
            <a:lumMod val="40000"/>
            <a:lumOff val="60000"/>
          </a:schemeClr>
        </a:solidFill>
      </dgm:spPr>
    </dgm:pt>
    <dgm:pt modelId="{004CF9BC-1BB5-449D-9403-A9E2399AB1F2}" type="pres">
      <dgm:prSet presAssocID="{611A69C5-61FC-48AD-A3E9-50B5824B5948}" presName="linearProcess" presStyleCnt="0"/>
      <dgm:spPr/>
    </dgm:pt>
    <dgm:pt modelId="{3C80027C-18C0-45A3-89DA-F39491A82687}" type="pres">
      <dgm:prSet presAssocID="{1FB6CE62-3DB0-4DBE-BAB2-3C64BD911573}" presName="textNode" presStyleLbl="node1" presStyleIdx="0" presStyleCnt="5" custLinFactNeighborY="-1542">
        <dgm:presLayoutVars>
          <dgm:bulletEnabled val="1"/>
        </dgm:presLayoutVars>
      </dgm:prSet>
      <dgm:spPr/>
    </dgm:pt>
    <dgm:pt modelId="{550EC72C-AF88-47E0-857C-7B23ADCA96E5}" type="pres">
      <dgm:prSet presAssocID="{AB4116E4-A8DF-4AC6-B221-522BDDDE3A9D}" presName="sibTrans" presStyleCnt="0"/>
      <dgm:spPr/>
    </dgm:pt>
    <dgm:pt modelId="{84EB56C3-A594-4FDC-9208-2F92887BF378}" type="pres">
      <dgm:prSet presAssocID="{27050B86-AC93-4182-ACD5-CDA047FEAA47}" presName="textNode" presStyleLbl="node1" presStyleIdx="1" presStyleCnt="5">
        <dgm:presLayoutVars>
          <dgm:bulletEnabled val="1"/>
        </dgm:presLayoutVars>
      </dgm:prSet>
      <dgm:spPr/>
    </dgm:pt>
    <dgm:pt modelId="{DD42CC84-6AEB-4BA4-82F7-DE0F4B59C0CF}" type="pres">
      <dgm:prSet presAssocID="{BD1CFF79-9D6D-4CA1-873E-E9B85569CBF7}" presName="sibTrans" presStyleCnt="0"/>
      <dgm:spPr/>
    </dgm:pt>
    <dgm:pt modelId="{CC3E1606-FC4D-4900-914C-F12D4C7A62E7}" type="pres">
      <dgm:prSet presAssocID="{F999D8AF-C055-4DC1-BD5C-B48DF5255770}" presName="textNode" presStyleLbl="node1" presStyleIdx="2" presStyleCnt="5" custLinFactNeighborX="13154" custLinFactNeighborY="-474">
        <dgm:presLayoutVars>
          <dgm:bulletEnabled val="1"/>
        </dgm:presLayoutVars>
      </dgm:prSet>
      <dgm:spPr/>
    </dgm:pt>
    <dgm:pt modelId="{0A3F7645-BADB-4435-8D88-9E989EE699A4}" type="pres">
      <dgm:prSet presAssocID="{C85359E1-9DCA-4205-B335-FC9D3EC1C827}" presName="sibTrans" presStyleCnt="0"/>
      <dgm:spPr/>
    </dgm:pt>
    <dgm:pt modelId="{14B8AA99-93E4-4842-A770-ED688BF3C394}" type="pres">
      <dgm:prSet presAssocID="{FF7D31BB-8432-466C-80AD-F765DEBB77C9}" presName="textNode" presStyleLbl="node1" presStyleIdx="3" presStyleCnt="5">
        <dgm:presLayoutVars>
          <dgm:bulletEnabled val="1"/>
        </dgm:presLayoutVars>
      </dgm:prSet>
      <dgm:spPr/>
    </dgm:pt>
    <dgm:pt modelId="{7777DDB7-09EE-4B7E-A0D2-D8D8E97CF5D4}" type="pres">
      <dgm:prSet presAssocID="{0F2739D3-7D56-45B5-A1B3-BBDF7CEAD662}" presName="sibTrans" presStyleCnt="0"/>
      <dgm:spPr/>
    </dgm:pt>
    <dgm:pt modelId="{13ADCCBA-AF7E-4D06-A0E2-5FDB4F34652B}" type="pres">
      <dgm:prSet presAssocID="{D732DDA7-3D64-4B0C-8A14-33D906FFBD50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67C5A122-D5AF-4A0B-994F-6B33ACEAC72F}" type="presOf" srcId="{D732DDA7-3D64-4B0C-8A14-33D906FFBD50}" destId="{13ADCCBA-AF7E-4D06-A0E2-5FDB4F34652B}" srcOrd="0" destOrd="0" presId="urn:microsoft.com/office/officeart/2005/8/layout/hProcess9"/>
    <dgm:cxn modelId="{EF9D1225-33CB-4570-8AA0-24A52C7E4C7E}" srcId="{611A69C5-61FC-48AD-A3E9-50B5824B5948}" destId="{D732DDA7-3D64-4B0C-8A14-33D906FFBD50}" srcOrd="4" destOrd="0" parTransId="{CBDFEEE6-46DE-43CE-AB9C-DEF6673AFF09}" sibTransId="{B0BC7397-1EBD-4456-A57A-AB371F46D302}"/>
    <dgm:cxn modelId="{FE5A2F37-E5F5-422D-A4D2-E9ADCBC6F284}" type="presOf" srcId="{F999D8AF-C055-4DC1-BD5C-B48DF5255770}" destId="{CC3E1606-FC4D-4900-914C-F12D4C7A62E7}" srcOrd="0" destOrd="0" presId="urn:microsoft.com/office/officeart/2005/8/layout/hProcess9"/>
    <dgm:cxn modelId="{3CCC6E92-2785-4FEB-84CD-C16E475E5D32}" type="presOf" srcId="{611A69C5-61FC-48AD-A3E9-50B5824B5948}" destId="{D17F234D-A502-478C-9B18-82EF78E69C48}" srcOrd="0" destOrd="0" presId="urn:microsoft.com/office/officeart/2005/8/layout/hProcess9"/>
    <dgm:cxn modelId="{763A2B97-C25D-40C1-9166-F44B0D9A0161}" type="presOf" srcId="{1FB6CE62-3DB0-4DBE-BAB2-3C64BD911573}" destId="{3C80027C-18C0-45A3-89DA-F39491A82687}" srcOrd="0" destOrd="0" presId="urn:microsoft.com/office/officeart/2005/8/layout/hProcess9"/>
    <dgm:cxn modelId="{361A89A2-D2C5-4F4E-B003-B9DA5B8E88FC}" type="presOf" srcId="{27050B86-AC93-4182-ACD5-CDA047FEAA47}" destId="{84EB56C3-A594-4FDC-9208-2F92887BF378}" srcOrd="0" destOrd="0" presId="urn:microsoft.com/office/officeart/2005/8/layout/hProcess9"/>
    <dgm:cxn modelId="{1549BBBC-2B7E-402C-894F-EC9A6325ADCC}" srcId="{611A69C5-61FC-48AD-A3E9-50B5824B5948}" destId="{FF7D31BB-8432-466C-80AD-F765DEBB77C9}" srcOrd="3" destOrd="0" parTransId="{64E6CC70-96A4-4A2B-A324-D23BF365D598}" sibTransId="{0F2739D3-7D56-45B5-A1B3-BBDF7CEAD662}"/>
    <dgm:cxn modelId="{1C7ABBD4-0421-4580-8E9C-CDD3A4AF3F1B}" srcId="{611A69C5-61FC-48AD-A3E9-50B5824B5948}" destId="{1FB6CE62-3DB0-4DBE-BAB2-3C64BD911573}" srcOrd="0" destOrd="0" parTransId="{80BA95E9-682A-49AA-BBC9-5421BE5B671F}" sibTransId="{AB4116E4-A8DF-4AC6-B221-522BDDDE3A9D}"/>
    <dgm:cxn modelId="{4D941BD7-3806-4733-BFCB-D27F1FD364EC}" srcId="{611A69C5-61FC-48AD-A3E9-50B5824B5948}" destId="{27050B86-AC93-4182-ACD5-CDA047FEAA47}" srcOrd="1" destOrd="0" parTransId="{1DD72620-701A-42AA-B6CF-39EAA6E145E5}" sibTransId="{BD1CFF79-9D6D-4CA1-873E-E9B85569CBF7}"/>
    <dgm:cxn modelId="{496852E2-A1D3-42A4-8347-9D264FA0E33D}" type="presOf" srcId="{FF7D31BB-8432-466C-80AD-F765DEBB77C9}" destId="{14B8AA99-93E4-4842-A770-ED688BF3C394}" srcOrd="0" destOrd="0" presId="urn:microsoft.com/office/officeart/2005/8/layout/hProcess9"/>
    <dgm:cxn modelId="{BF07CFF9-BA4C-4C88-909B-A5A0BAF1C1F2}" srcId="{611A69C5-61FC-48AD-A3E9-50B5824B5948}" destId="{F999D8AF-C055-4DC1-BD5C-B48DF5255770}" srcOrd="2" destOrd="0" parTransId="{D0C00519-ED8E-4793-9D71-931A5AE5B8AF}" sibTransId="{C85359E1-9DCA-4205-B335-FC9D3EC1C827}"/>
    <dgm:cxn modelId="{5DA2558E-817B-4CAD-B407-D5C9D911B6F4}" type="presParOf" srcId="{D17F234D-A502-478C-9B18-82EF78E69C48}" destId="{F51BEE50-71C1-40E0-BBD6-2056848A1055}" srcOrd="0" destOrd="0" presId="urn:microsoft.com/office/officeart/2005/8/layout/hProcess9"/>
    <dgm:cxn modelId="{DF0CBB0E-B684-4367-B449-6C87E5725D94}" type="presParOf" srcId="{D17F234D-A502-478C-9B18-82EF78E69C48}" destId="{004CF9BC-1BB5-449D-9403-A9E2399AB1F2}" srcOrd="1" destOrd="0" presId="urn:microsoft.com/office/officeart/2005/8/layout/hProcess9"/>
    <dgm:cxn modelId="{FD0A5131-FC53-4B9B-9CC2-02BD0F0C330C}" type="presParOf" srcId="{004CF9BC-1BB5-449D-9403-A9E2399AB1F2}" destId="{3C80027C-18C0-45A3-89DA-F39491A82687}" srcOrd="0" destOrd="0" presId="urn:microsoft.com/office/officeart/2005/8/layout/hProcess9"/>
    <dgm:cxn modelId="{BD360DF0-B30A-48F0-B3BB-40A515A14CD6}" type="presParOf" srcId="{004CF9BC-1BB5-449D-9403-A9E2399AB1F2}" destId="{550EC72C-AF88-47E0-857C-7B23ADCA96E5}" srcOrd="1" destOrd="0" presId="urn:microsoft.com/office/officeart/2005/8/layout/hProcess9"/>
    <dgm:cxn modelId="{E879769F-3E20-4BCF-856E-55204402E6A1}" type="presParOf" srcId="{004CF9BC-1BB5-449D-9403-A9E2399AB1F2}" destId="{84EB56C3-A594-4FDC-9208-2F92887BF378}" srcOrd="2" destOrd="0" presId="urn:microsoft.com/office/officeart/2005/8/layout/hProcess9"/>
    <dgm:cxn modelId="{19C6F7D0-CC54-434F-AA32-C5A922880895}" type="presParOf" srcId="{004CF9BC-1BB5-449D-9403-A9E2399AB1F2}" destId="{DD42CC84-6AEB-4BA4-82F7-DE0F4B59C0CF}" srcOrd="3" destOrd="0" presId="urn:microsoft.com/office/officeart/2005/8/layout/hProcess9"/>
    <dgm:cxn modelId="{A2A72620-E6B3-4830-B7DE-3BACFCE499EB}" type="presParOf" srcId="{004CF9BC-1BB5-449D-9403-A9E2399AB1F2}" destId="{CC3E1606-FC4D-4900-914C-F12D4C7A62E7}" srcOrd="4" destOrd="0" presId="urn:microsoft.com/office/officeart/2005/8/layout/hProcess9"/>
    <dgm:cxn modelId="{E2306B08-6161-401D-A329-68D5485E731D}" type="presParOf" srcId="{004CF9BC-1BB5-449D-9403-A9E2399AB1F2}" destId="{0A3F7645-BADB-4435-8D88-9E989EE699A4}" srcOrd="5" destOrd="0" presId="urn:microsoft.com/office/officeart/2005/8/layout/hProcess9"/>
    <dgm:cxn modelId="{B4C0AD83-1222-4CCA-9D12-B89FB5CEFFBD}" type="presParOf" srcId="{004CF9BC-1BB5-449D-9403-A9E2399AB1F2}" destId="{14B8AA99-93E4-4842-A770-ED688BF3C394}" srcOrd="6" destOrd="0" presId="urn:microsoft.com/office/officeart/2005/8/layout/hProcess9"/>
    <dgm:cxn modelId="{62629C02-7FF0-466F-A25C-E4177B92FC8D}" type="presParOf" srcId="{004CF9BC-1BB5-449D-9403-A9E2399AB1F2}" destId="{7777DDB7-09EE-4B7E-A0D2-D8D8E97CF5D4}" srcOrd="7" destOrd="0" presId="urn:microsoft.com/office/officeart/2005/8/layout/hProcess9"/>
    <dgm:cxn modelId="{0341D847-6A37-4EBC-A981-2AB7F8DF7C00}" type="presParOf" srcId="{004CF9BC-1BB5-449D-9403-A9E2399AB1F2}" destId="{13ADCCBA-AF7E-4D06-A0E2-5FDB4F34652B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A26AE2-B4E8-45D6-8FD9-182E962FE131}">
      <dsp:nvSpPr>
        <dsp:cNvPr id="0" name=""/>
        <dsp:cNvSpPr/>
      </dsp:nvSpPr>
      <dsp:spPr>
        <a:xfrm>
          <a:off x="211353" y="470"/>
          <a:ext cx="2283368" cy="13700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Many people feel unsure about what to watch after finishing a movie.</a:t>
          </a:r>
          <a:endParaRPr lang="en-US" sz="1600" kern="1200"/>
        </a:p>
      </dsp:txBody>
      <dsp:txXfrm>
        <a:off x="211353" y="470"/>
        <a:ext cx="2283368" cy="1370021"/>
      </dsp:txXfrm>
    </dsp:sp>
    <dsp:sp modelId="{ACA48C84-0B51-4B06-BF19-DC865716A6F2}">
      <dsp:nvSpPr>
        <dsp:cNvPr id="0" name=""/>
        <dsp:cNvSpPr/>
      </dsp:nvSpPr>
      <dsp:spPr>
        <a:xfrm>
          <a:off x="2723059" y="470"/>
          <a:ext cx="2283368" cy="1370021"/>
        </a:xfrm>
        <a:prstGeom prst="rect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Recommendation systems solve this by understanding user preferences and suggesting movies.</a:t>
          </a:r>
          <a:endParaRPr lang="en-US" sz="1600" kern="1200" dirty="0"/>
        </a:p>
      </dsp:txBody>
      <dsp:txXfrm>
        <a:off x="2723059" y="470"/>
        <a:ext cx="2283368" cy="1370021"/>
      </dsp:txXfrm>
    </dsp:sp>
    <dsp:sp modelId="{7F6C23A6-037A-478D-98F8-55C4F6B5948D}">
      <dsp:nvSpPr>
        <dsp:cNvPr id="0" name=""/>
        <dsp:cNvSpPr/>
      </dsp:nvSpPr>
      <dsp:spPr>
        <a:xfrm>
          <a:off x="5234764" y="470"/>
          <a:ext cx="2283368" cy="137002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They enhance user satisfaction by offering tailored suggestions.</a:t>
          </a:r>
          <a:endParaRPr lang="en-US" sz="1600" kern="1200"/>
        </a:p>
      </dsp:txBody>
      <dsp:txXfrm>
        <a:off x="5234764" y="470"/>
        <a:ext cx="2283368" cy="1370021"/>
      </dsp:txXfrm>
    </dsp:sp>
    <dsp:sp modelId="{E1325311-B551-467D-8FB0-5BE7333598B6}">
      <dsp:nvSpPr>
        <dsp:cNvPr id="0" name=""/>
        <dsp:cNvSpPr/>
      </dsp:nvSpPr>
      <dsp:spPr>
        <a:xfrm>
          <a:off x="1467206" y="1598828"/>
          <a:ext cx="2283368" cy="137002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This improves user experience and boosts engagement.</a:t>
          </a:r>
          <a:endParaRPr lang="en-US" sz="1600" kern="1200"/>
        </a:p>
      </dsp:txBody>
      <dsp:txXfrm>
        <a:off x="1467206" y="1598828"/>
        <a:ext cx="2283368" cy="1370021"/>
      </dsp:txXfrm>
    </dsp:sp>
    <dsp:sp modelId="{74E03B51-9C1A-44B0-B58E-DBA3B1F4D3D9}">
      <dsp:nvSpPr>
        <dsp:cNvPr id="0" name=""/>
        <dsp:cNvSpPr/>
      </dsp:nvSpPr>
      <dsp:spPr>
        <a:xfrm>
          <a:off x="3978911" y="1598828"/>
          <a:ext cx="2283368" cy="137002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Machine learning identifies patterns in movie data for more accurate, personalized recommendations.</a:t>
          </a:r>
          <a:endParaRPr lang="en-US" sz="1600" kern="1200"/>
        </a:p>
      </dsp:txBody>
      <dsp:txXfrm>
        <a:off x="3978911" y="1598828"/>
        <a:ext cx="2283368" cy="13700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AAB804-0BA5-4216-9C3A-5166C8D95707}">
      <dsp:nvSpPr>
        <dsp:cNvPr id="0" name=""/>
        <dsp:cNvSpPr/>
      </dsp:nvSpPr>
      <dsp:spPr>
        <a:xfrm>
          <a:off x="3601754" y="2026906"/>
          <a:ext cx="2773382" cy="3113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8628"/>
              </a:lnTo>
              <a:lnTo>
                <a:pt x="2773382" y="178628"/>
              </a:lnTo>
              <a:lnTo>
                <a:pt x="2773382" y="31139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BF9847-B3F4-413B-96BD-D0065422408C}">
      <dsp:nvSpPr>
        <dsp:cNvPr id="0" name=""/>
        <dsp:cNvSpPr/>
      </dsp:nvSpPr>
      <dsp:spPr>
        <a:xfrm>
          <a:off x="3601754" y="2026906"/>
          <a:ext cx="899261" cy="3113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8628"/>
              </a:lnTo>
              <a:lnTo>
                <a:pt x="899261" y="178628"/>
              </a:lnTo>
              <a:lnTo>
                <a:pt x="899261" y="31139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1E0D47-1F53-4DA6-B416-04FE45780EA9}">
      <dsp:nvSpPr>
        <dsp:cNvPr id="0" name=""/>
        <dsp:cNvSpPr/>
      </dsp:nvSpPr>
      <dsp:spPr>
        <a:xfrm>
          <a:off x="2586300" y="2026906"/>
          <a:ext cx="1015453" cy="311390"/>
        </a:xfrm>
        <a:custGeom>
          <a:avLst/>
          <a:gdLst/>
          <a:ahLst/>
          <a:cxnLst/>
          <a:rect l="0" t="0" r="0" b="0"/>
          <a:pathLst>
            <a:path>
              <a:moveTo>
                <a:pt x="1015453" y="0"/>
              </a:moveTo>
              <a:lnTo>
                <a:pt x="1015453" y="178628"/>
              </a:lnTo>
              <a:lnTo>
                <a:pt x="0" y="178628"/>
              </a:lnTo>
              <a:lnTo>
                <a:pt x="0" y="31139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A3B8F4-B05A-48E1-B67A-029FAB150640}">
      <dsp:nvSpPr>
        <dsp:cNvPr id="0" name=""/>
        <dsp:cNvSpPr/>
      </dsp:nvSpPr>
      <dsp:spPr>
        <a:xfrm>
          <a:off x="733750" y="2026906"/>
          <a:ext cx="2868003" cy="311390"/>
        </a:xfrm>
        <a:custGeom>
          <a:avLst/>
          <a:gdLst/>
          <a:ahLst/>
          <a:cxnLst/>
          <a:rect l="0" t="0" r="0" b="0"/>
          <a:pathLst>
            <a:path>
              <a:moveTo>
                <a:pt x="2868003" y="0"/>
              </a:moveTo>
              <a:lnTo>
                <a:pt x="2868003" y="178628"/>
              </a:lnTo>
              <a:lnTo>
                <a:pt x="0" y="178628"/>
              </a:lnTo>
              <a:lnTo>
                <a:pt x="0" y="31139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5ECE11-B123-446C-9AD1-651D531001B2}">
      <dsp:nvSpPr>
        <dsp:cNvPr id="0" name=""/>
        <dsp:cNvSpPr/>
      </dsp:nvSpPr>
      <dsp:spPr>
        <a:xfrm>
          <a:off x="2726320" y="891632"/>
          <a:ext cx="1750867" cy="1135274"/>
        </a:xfrm>
        <a:prstGeom prst="rect">
          <a:avLst/>
        </a:prstGeom>
        <a:solidFill>
          <a:schemeClr val="tx2">
            <a:lumMod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tillium Web" panose="00000500000000000000" pitchFamily="2" charset="0"/>
            </a:rPr>
            <a:t>Objectives</a:t>
          </a:r>
        </a:p>
      </dsp:txBody>
      <dsp:txXfrm>
        <a:off x="2726320" y="891632"/>
        <a:ext cx="1750867" cy="1135274"/>
      </dsp:txXfrm>
    </dsp:sp>
    <dsp:sp modelId="{FE7030E7-D41A-4D86-8254-6591D9B8520B}">
      <dsp:nvSpPr>
        <dsp:cNvPr id="0" name=""/>
        <dsp:cNvSpPr/>
      </dsp:nvSpPr>
      <dsp:spPr>
        <a:xfrm>
          <a:off x="2610" y="2338297"/>
          <a:ext cx="1462280" cy="774957"/>
        </a:xfrm>
        <a:prstGeom prst="rect">
          <a:avLst/>
        </a:prstGeom>
        <a:solidFill>
          <a:srgbClr val="00B0F0"/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Develop a user-friendly web app</a:t>
          </a:r>
        </a:p>
      </dsp:txBody>
      <dsp:txXfrm>
        <a:off x="2610" y="2338297"/>
        <a:ext cx="1462280" cy="774957"/>
      </dsp:txXfrm>
    </dsp:sp>
    <dsp:sp modelId="{B3A54E1C-6A52-4EBB-8E4A-3097EC107829}">
      <dsp:nvSpPr>
        <dsp:cNvPr id="0" name=""/>
        <dsp:cNvSpPr/>
      </dsp:nvSpPr>
      <dsp:spPr>
        <a:xfrm>
          <a:off x="1730414" y="2338297"/>
          <a:ext cx="1711771" cy="7803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Implement a movie recommendation system</a:t>
          </a:r>
        </a:p>
      </dsp:txBody>
      <dsp:txXfrm>
        <a:off x="1730414" y="2338297"/>
        <a:ext cx="1711771" cy="780344"/>
      </dsp:txXfrm>
    </dsp:sp>
    <dsp:sp modelId="{9A33E0B8-7695-482D-A884-14DB234E886E}">
      <dsp:nvSpPr>
        <dsp:cNvPr id="0" name=""/>
        <dsp:cNvSpPr/>
      </dsp:nvSpPr>
      <dsp:spPr>
        <a:xfrm>
          <a:off x="3707710" y="2338297"/>
          <a:ext cx="1586608" cy="794221"/>
        </a:xfrm>
        <a:prstGeom prst="rect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Enable advanced filtering options</a:t>
          </a:r>
        </a:p>
      </dsp:txBody>
      <dsp:txXfrm>
        <a:off x="3707710" y="2338297"/>
        <a:ext cx="1586608" cy="794221"/>
      </dsp:txXfrm>
    </dsp:sp>
    <dsp:sp modelId="{A4090D69-D8E7-46CB-B31E-611678BB84F2}">
      <dsp:nvSpPr>
        <dsp:cNvPr id="0" name=""/>
        <dsp:cNvSpPr/>
      </dsp:nvSpPr>
      <dsp:spPr>
        <a:xfrm>
          <a:off x="5559844" y="2338297"/>
          <a:ext cx="1630584" cy="813604"/>
        </a:xfrm>
        <a:prstGeom prst="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Deploy the app on </a:t>
          </a:r>
          <a:r>
            <a:rPr lang="en-US" sz="1500" kern="1200" dirty="0" err="1"/>
            <a:t>Vercel</a:t>
          </a:r>
          <a:endParaRPr lang="en-US" sz="1500" kern="1200" dirty="0"/>
        </a:p>
      </dsp:txBody>
      <dsp:txXfrm>
        <a:off x="5559844" y="2338297"/>
        <a:ext cx="1630584" cy="8136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52E28-E21C-4D38-8E8C-7680315A8AE4}">
      <dsp:nvSpPr>
        <dsp:cNvPr id="0" name=""/>
        <dsp:cNvSpPr/>
      </dsp:nvSpPr>
      <dsp:spPr>
        <a:xfrm rot="10800000">
          <a:off x="1281774" y="958"/>
          <a:ext cx="4501917" cy="591332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761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A functional movie recommendation web app.</a:t>
          </a:r>
          <a:endParaRPr lang="en-US" sz="1700" kern="1200" dirty="0"/>
        </a:p>
      </dsp:txBody>
      <dsp:txXfrm rot="10800000">
        <a:off x="1429607" y="958"/>
        <a:ext cx="4354084" cy="591332"/>
      </dsp:txXfrm>
    </dsp:sp>
    <dsp:sp modelId="{CD490F03-3806-4C23-BCC4-ECC56EC52D34}">
      <dsp:nvSpPr>
        <dsp:cNvPr id="0" name=""/>
        <dsp:cNvSpPr/>
      </dsp:nvSpPr>
      <dsp:spPr>
        <a:xfrm>
          <a:off x="986108" y="958"/>
          <a:ext cx="591332" cy="591332"/>
        </a:xfrm>
        <a:prstGeom prst="ellipse">
          <a:avLst/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2B3BB3-B0AE-433A-98C4-0A60BF4F3E8D}">
      <dsp:nvSpPr>
        <dsp:cNvPr id="0" name=""/>
        <dsp:cNvSpPr/>
      </dsp:nvSpPr>
      <dsp:spPr>
        <a:xfrm rot="10800000">
          <a:off x="1281774" y="768808"/>
          <a:ext cx="4501917" cy="591332"/>
        </a:xfrm>
        <a:prstGeom prst="homePlate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761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Accurate movie suggestions.</a:t>
          </a:r>
          <a:endParaRPr lang="en-US" sz="1700" kern="1200" dirty="0"/>
        </a:p>
      </dsp:txBody>
      <dsp:txXfrm rot="10800000">
        <a:off x="1429607" y="768808"/>
        <a:ext cx="4354084" cy="591332"/>
      </dsp:txXfrm>
    </dsp:sp>
    <dsp:sp modelId="{6B289A95-3023-436D-B3E2-CA55D124D444}">
      <dsp:nvSpPr>
        <dsp:cNvPr id="0" name=""/>
        <dsp:cNvSpPr/>
      </dsp:nvSpPr>
      <dsp:spPr>
        <a:xfrm>
          <a:off x="986108" y="768808"/>
          <a:ext cx="591332" cy="591332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83C2F4-883B-4DA9-A0E5-D7C732F1545A}">
      <dsp:nvSpPr>
        <dsp:cNvPr id="0" name=""/>
        <dsp:cNvSpPr/>
      </dsp:nvSpPr>
      <dsp:spPr>
        <a:xfrm rot="10800000">
          <a:off x="1281774" y="1536658"/>
          <a:ext cx="4501917" cy="591332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761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Efficient search and filtering system.</a:t>
          </a:r>
          <a:endParaRPr lang="en-US" sz="1700" kern="1200" dirty="0"/>
        </a:p>
      </dsp:txBody>
      <dsp:txXfrm rot="10800000">
        <a:off x="1429607" y="1536658"/>
        <a:ext cx="4354084" cy="591332"/>
      </dsp:txXfrm>
    </dsp:sp>
    <dsp:sp modelId="{675A894E-4B4A-4684-9BE9-E6B8B53CCD51}">
      <dsp:nvSpPr>
        <dsp:cNvPr id="0" name=""/>
        <dsp:cNvSpPr/>
      </dsp:nvSpPr>
      <dsp:spPr>
        <a:xfrm>
          <a:off x="986108" y="1536658"/>
          <a:ext cx="591332" cy="591332"/>
        </a:xfrm>
        <a:prstGeom prst="ellipse">
          <a:avLst/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BCFCC7-348B-4FD8-9CED-2FF668EF2C1A}">
      <dsp:nvSpPr>
        <dsp:cNvPr id="0" name=""/>
        <dsp:cNvSpPr/>
      </dsp:nvSpPr>
      <dsp:spPr>
        <a:xfrm rot="10800000">
          <a:off x="1281774" y="2304508"/>
          <a:ext cx="4501917" cy="591332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761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Integration of </a:t>
          </a:r>
          <a:r>
            <a:rPr lang="en-US" sz="1700" b="1" i="0" kern="1200" dirty="0"/>
            <a:t>collaborative filtering.</a:t>
          </a:r>
          <a:endParaRPr lang="en-US" sz="1700" kern="1200" dirty="0"/>
        </a:p>
      </dsp:txBody>
      <dsp:txXfrm rot="10800000">
        <a:off x="1429607" y="2304508"/>
        <a:ext cx="4354084" cy="591332"/>
      </dsp:txXfrm>
    </dsp:sp>
    <dsp:sp modelId="{C10900C7-7B29-45DA-9D99-FF29F49B16D1}">
      <dsp:nvSpPr>
        <dsp:cNvPr id="0" name=""/>
        <dsp:cNvSpPr/>
      </dsp:nvSpPr>
      <dsp:spPr>
        <a:xfrm>
          <a:off x="986108" y="2304508"/>
          <a:ext cx="591332" cy="591332"/>
        </a:xfrm>
        <a:prstGeom prst="ellipse">
          <a:avLst/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1BEE50-71C1-40E0-BBD6-2056848A1055}">
      <dsp:nvSpPr>
        <dsp:cNvPr id="0" name=""/>
        <dsp:cNvSpPr/>
      </dsp:nvSpPr>
      <dsp:spPr>
        <a:xfrm>
          <a:off x="26533" y="0"/>
          <a:ext cx="8965034" cy="3922120"/>
        </a:xfrm>
        <a:prstGeom prst="rightArrow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80027C-18C0-45A3-89DA-F39491A82687}">
      <dsp:nvSpPr>
        <dsp:cNvPr id="0" name=""/>
        <dsp:cNvSpPr/>
      </dsp:nvSpPr>
      <dsp:spPr>
        <a:xfrm>
          <a:off x="3953" y="1152444"/>
          <a:ext cx="1728348" cy="156884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 dirty="0">
              <a:solidFill>
                <a:schemeClr val="tx1"/>
              </a:solidFill>
            </a:rPr>
            <a:t>Week 1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 dirty="0">
              <a:solidFill>
                <a:schemeClr val="tx1"/>
              </a:solidFill>
            </a:rPr>
            <a:t>Planning &amp; Analysis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Defining project scope, gathering requirements, and analyzing data needs.</a:t>
          </a:r>
          <a:endParaRPr lang="en-US" sz="1200" i="1" kern="1200" dirty="0"/>
        </a:p>
      </dsp:txBody>
      <dsp:txXfrm>
        <a:off x="80538" y="1229029"/>
        <a:ext cx="1575178" cy="1415678"/>
      </dsp:txXfrm>
    </dsp:sp>
    <dsp:sp modelId="{84EB56C3-A594-4FDC-9208-2F92887BF378}">
      <dsp:nvSpPr>
        <dsp:cNvPr id="0" name=""/>
        <dsp:cNvSpPr/>
      </dsp:nvSpPr>
      <dsp:spPr>
        <a:xfrm>
          <a:off x="1818718" y="1176635"/>
          <a:ext cx="1728348" cy="1568848"/>
        </a:xfrm>
        <a:prstGeom prst="roundRect">
          <a:avLst/>
        </a:prstGeom>
        <a:solidFill>
          <a:srgbClr val="00B05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i="1" kern="1200">
              <a:solidFill>
                <a:schemeClr val="tx1"/>
              </a:solidFill>
            </a:rPr>
            <a:t>Weeks 2-4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i="1" kern="1200">
              <a:solidFill>
                <a:schemeClr val="tx1"/>
              </a:solidFill>
            </a:rPr>
            <a:t>Data Collection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Gathering data from various sources and preparing it for analysis.</a:t>
          </a:r>
          <a:endParaRPr lang="en-US" sz="1300" i="1" kern="1200" dirty="0"/>
        </a:p>
      </dsp:txBody>
      <dsp:txXfrm>
        <a:off x="1895303" y="1253220"/>
        <a:ext cx="1575178" cy="1415678"/>
      </dsp:txXfrm>
    </dsp:sp>
    <dsp:sp modelId="{CC3E1606-FC4D-4900-914C-F12D4C7A62E7}">
      <dsp:nvSpPr>
        <dsp:cNvPr id="0" name=""/>
        <dsp:cNvSpPr/>
      </dsp:nvSpPr>
      <dsp:spPr>
        <a:xfrm>
          <a:off x="3644851" y="1169199"/>
          <a:ext cx="1728348" cy="1568848"/>
        </a:xfrm>
        <a:prstGeom prst="roundRect">
          <a:avLst/>
        </a:prstGeom>
        <a:solidFill>
          <a:schemeClr val="accent1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1" kern="1200" dirty="0">
              <a:solidFill>
                <a:schemeClr val="tx1"/>
              </a:solidFill>
            </a:rPr>
            <a:t>Week 5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1" kern="1200" dirty="0">
              <a:solidFill>
                <a:schemeClr val="tx1"/>
              </a:solidFill>
            </a:rPr>
            <a:t>ML Implementation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Vectorizing data and implementing Machine Learning Algorithm.</a:t>
          </a:r>
          <a:endParaRPr lang="en-US" sz="1200" b="0" i="1" kern="1200" dirty="0"/>
        </a:p>
      </dsp:txBody>
      <dsp:txXfrm>
        <a:off x="3721436" y="1245784"/>
        <a:ext cx="1575178" cy="1415678"/>
      </dsp:txXfrm>
    </dsp:sp>
    <dsp:sp modelId="{14B8AA99-93E4-4842-A770-ED688BF3C394}">
      <dsp:nvSpPr>
        <dsp:cNvPr id="0" name=""/>
        <dsp:cNvSpPr/>
      </dsp:nvSpPr>
      <dsp:spPr>
        <a:xfrm>
          <a:off x="5448250" y="1176635"/>
          <a:ext cx="1728348" cy="1568848"/>
        </a:xfrm>
        <a:prstGeom prst="roundRect">
          <a:avLst/>
        </a:prstGeom>
        <a:solidFill>
          <a:schemeClr val="accent4">
            <a:lumMod val="75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1" kern="1200" dirty="0">
              <a:solidFill>
                <a:schemeClr val="tx1"/>
              </a:solidFill>
            </a:rPr>
            <a:t>Week 6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1" kern="1200" dirty="0">
              <a:solidFill>
                <a:schemeClr val="tx1"/>
              </a:solidFill>
            </a:rPr>
            <a:t>Backend Development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Developing the server-side logic using the Flask framework.</a:t>
          </a:r>
        </a:p>
      </dsp:txBody>
      <dsp:txXfrm>
        <a:off x="5524835" y="1253220"/>
        <a:ext cx="1575178" cy="1415678"/>
      </dsp:txXfrm>
    </dsp:sp>
    <dsp:sp modelId="{13ADCCBA-AF7E-4D06-A0E2-5FDB4F34652B}">
      <dsp:nvSpPr>
        <dsp:cNvPr id="0" name=""/>
        <dsp:cNvSpPr/>
      </dsp:nvSpPr>
      <dsp:spPr>
        <a:xfrm>
          <a:off x="7263015" y="1176635"/>
          <a:ext cx="1728348" cy="1568848"/>
        </a:xfrm>
        <a:prstGeom prst="roundRect">
          <a:avLst/>
        </a:prstGeom>
        <a:solidFill>
          <a:schemeClr val="accent4">
            <a:hueOff val="18962285"/>
            <a:satOff val="-4006"/>
            <a:lumOff val="6275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1" kern="1200" dirty="0">
              <a:solidFill>
                <a:schemeClr val="tx1"/>
              </a:solidFill>
            </a:rPr>
            <a:t>Week 7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1" kern="1200" dirty="0">
              <a:solidFill>
                <a:schemeClr val="tx1"/>
              </a:solidFill>
            </a:rPr>
            <a:t>Frontend Development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Building the user interface using the React framework.</a:t>
          </a:r>
        </a:p>
      </dsp:txBody>
      <dsp:txXfrm>
        <a:off x="7339600" y="1253220"/>
        <a:ext cx="1575178" cy="1415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2T17:38:20.0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2T17:38:27.0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2T17:38:31.5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ff38c31b9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2ff38c31b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f38c31b9d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g2ff38c31b9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f38c31b9d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2ff38c31b9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f38c31b9d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" name="Google Shape;172;g2ff38c31b9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f38c31b9d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" name="Google Shape;172;g2ff38c31b9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2336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f38c31b9d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" name="Google Shape;172;g2ff38c31b9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4416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f38c31b9d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" name="Google Shape;172;g2ff38c31b9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2595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f38c31b9d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" name="Google Shape;172;g2ff38c31b9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7948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711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ff38c31b9d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2ff38c31b9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ff38c31b9d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g2ff38c31b9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f38c31b9d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2ff38c31b9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f38c31b9d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2ff38c31b9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9E1B6FF9-F944-C093-46A6-57EF952F0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:notes">
            <a:extLst>
              <a:ext uri="{FF2B5EF4-FFF2-40B4-BE49-F238E27FC236}">
                <a16:creationId xmlns:a16="http://schemas.microsoft.com/office/drawing/2014/main" id="{EDCA20C4-59E6-D82C-A83F-9959948438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:notes">
            <a:extLst>
              <a:ext uri="{FF2B5EF4-FFF2-40B4-BE49-F238E27FC236}">
                <a16:creationId xmlns:a16="http://schemas.microsoft.com/office/drawing/2014/main" id="{F0007D9D-C01B-3E94-C1C3-B7CF80AEB1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2285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f38c31b9d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g2ff38c31b9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81089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E7D532DF-6F5F-5EC2-695C-A699C8491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:notes">
            <a:extLst>
              <a:ext uri="{FF2B5EF4-FFF2-40B4-BE49-F238E27FC236}">
                <a16:creationId xmlns:a16="http://schemas.microsoft.com/office/drawing/2014/main" id="{D6955903-4A75-D136-3683-B0CD1B0356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:notes">
            <a:extLst>
              <a:ext uri="{FF2B5EF4-FFF2-40B4-BE49-F238E27FC236}">
                <a16:creationId xmlns:a16="http://schemas.microsoft.com/office/drawing/2014/main" id="{22A94B10-6A8B-C21B-303D-889FDAA3D3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40830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9C9EDF70-CAD1-D7C3-9D33-223C7BFF3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:notes">
            <a:extLst>
              <a:ext uri="{FF2B5EF4-FFF2-40B4-BE49-F238E27FC236}">
                <a16:creationId xmlns:a16="http://schemas.microsoft.com/office/drawing/2014/main" id="{265014DF-099B-C8DD-99F7-78E09586BD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:notes">
            <a:extLst>
              <a:ext uri="{FF2B5EF4-FFF2-40B4-BE49-F238E27FC236}">
                <a16:creationId xmlns:a16="http://schemas.microsoft.com/office/drawing/2014/main" id="{B7B6532D-4D66-0300-44D3-BB403B4FB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3927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EC307064-3391-6F45-5D60-4BBFDC7F7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:notes">
            <a:extLst>
              <a:ext uri="{FF2B5EF4-FFF2-40B4-BE49-F238E27FC236}">
                <a16:creationId xmlns:a16="http://schemas.microsoft.com/office/drawing/2014/main" id="{3A85CA54-6EC5-ED3A-1100-5F6D5B151E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:notes">
            <a:extLst>
              <a:ext uri="{FF2B5EF4-FFF2-40B4-BE49-F238E27FC236}">
                <a16:creationId xmlns:a16="http://schemas.microsoft.com/office/drawing/2014/main" id="{9EC681C9-0035-DF96-A33B-2988797798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6726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25746" y="2387892"/>
            <a:ext cx="4660298" cy="1682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400"/>
              <a:buFont typeface="Titillium Web"/>
              <a:buNone/>
              <a:defRPr sz="54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25752" y="4148366"/>
            <a:ext cx="4660296" cy="40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ctr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 i="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4858655" y="502253"/>
            <a:ext cx="459317" cy="459317"/>
          </a:xfrm>
          <a:prstGeom prst="ellipse">
            <a:avLst/>
          </a:prstGeom>
          <a:noFill/>
          <a:ln w="101600" cap="flat" cmpd="sng">
            <a:solidFill>
              <a:srgbClr val="649818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5172820" y="2243668"/>
            <a:ext cx="991815" cy="991809"/>
          </a:xfrm>
          <a:prstGeom prst="ellipse">
            <a:avLst/>
          </a:prstGeom>
          <a:noFill/>
          <a:ln w="76200" cap="flat" cmpd="sng">
            <a:solidFill>
              <a:schemeClr val="accent1">
                <a:alpha val="94901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7781792" y="312964"/>
            <a:ext cx="1682753" cy="1682741"/>
          </a:xfrm>
          <a:prstGeom prst="arc">
            <a:avLst>
              <a:gd name="adj1" fmla="val 2576641"/>
              <a:gd name="adj2" fmla="val 19130638"/>
            </a:avLst>
          </a:prstGeom>
          <a:noFill/>
          <a:ln w="254000" cap="flat" cmpd="sng">
            <a:solidFill>
              <a:schemeClr val="accent2">
                <a:alpha val="8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6603942" y="4547810"/>
            <a:ext cx="2686143" cy="2686118"/>
          </a:xfrm>
          <a:prstGeom prst="arc">
            <a:avLst>
              <a:gd name="adj1" fmla="val 12746482"/>
              <a:gd name="adj2" fmla="val 19649400"/>
            </a:avLst>
          </a:prstGeom>
          <a:noFill/>
          <a:ln w="50800" cap="flat" cmpd="sng">
            <a:solidFill>
              <a:schemeClr val="accent1">
                <a:alpha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5655423" y="4016570"/>
            <a:ext cx="1801279" cy="1801262"/>
          </a:xfrm>
          <a:prstGeom prst="arc">
            <a:avLst>
              <a:gd name="adj1" fmla="val 9718591"/>
              <a:gd name="adj2" fmla="val 1134132"/>
            </a:avLst>
          </a:prstGeom>
          <a:noFill/>
          <a:ln w="177800" cap="flat" cmpd="sng">
            <a:solidFill>
              <a:schemeClr val="accent2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7904223" y="3205238"/>
            <a:ext cx="796800" cy="796792"/>
          </a:xfrm>
          <a:prstGeom prst="ellipse">
            <a:avLst/>
          </a:prstGeom>
          <a:noFill/>
          <a:ln w="3048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705" cy="110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1"/>
          </p:nvPr>
        </p:nvSpPr>
        <p:spPr>
          <a:xfrm>
            <a:off x="426962" y="1777999"/>
            <a:ext cx="6769705" cy="2896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Char char="•"/>
              <a:defRPr b="0"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7910769" y="-1244837"/>
            <a:ext cx="2672094" cy="2672068"/>
          </a:xfrm>
          <a:prstGeom prst="arc">
            <a:avLst>
              <a:gd name="adj1" fmla="val 5601003"/>
              <a:gd name="adj2" fmla="val 11166498"/>
            </a:avLst>
          </a:prstGeom>
          <a:noFill/>
          <a:ln w="76200" cap="flat" cmpd="sng">
            <a:solidFill>
              <a:schemeClr val="accent1">
                <a:alpha val="8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580064" y="1722069"/>
            <a:ext cx="322031" cy="322027"/>
          </a:xfrm>
          <a:prstGeom prst="ellipse">
            <a:avLst/>
          </a:prstGeom>
          <a:noFill/>
          <a:ln w="1524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7196667" y="-217729"/>
            <a:ext cx="713621" cy="713616"/>
          </a:xfrm>
          <a:prstGeom prst="arc">
            <a:avLst>
              <a:gd name="adj1" fmla="val 19698826"/>
              <a:gd name="adj2" fmla="val 12889151"/>
            </a:avLst>
          </a:prstGeom>
          <a:noFill/>
          <a:ln w="177800" cap="flat" cmpd="sng">
            <a:solidFill>
              <a:schemeClr val="accent2">
                <a:alpha val="6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3" name="Google Shape;33;p3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425974" y="595835"/>
            <a:ext cx="6063116" cy="291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5200"/>
              <a:buFont typeface="Titillium Web"/>
              <a:buNone/>
              <a:defRPr sz="5200" b="0" i="0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425980" y="3540742"/>
            <a:ext cx="6063114" cy="53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 i="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211149" y="-106742"/>
            <a:ext cx="648613" cy="648612"/>
          </a:xfrm>
          <a:prstGeom prst="arc">
            <a:avLst>
              <a:gd name="adj1" fmla="val 17981568"/>
              <a:gd name="adj2" fmla="val 14115217"/>
            </a:avLst>
          </a:prstGeom>
          <a:noFill/>
          <a:ln w="101600" cap="flat" cmpd="sng">
            <a:solidFill>
              <a:srgbClr val="649818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595745" y="1239764"/>
            <a:ext cx="4960072" cy="4960024"/>
          </a:xfrm>
          <a:prstGeom prst="arc">
            <a:avLst>
              <a:gd name="adj1" fmla="val 8564242"/>
              <a:gd name="adj2" fmla="val 14997663"/>
            </a:avLst>
          </a:prstGeom>
          <a:noFill/>
          <a:ln w="76200" cap="flat" cmpd="sng">
            <a:solidFill>
              <a:schemeClr val="accent1">
                <a:alpha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966812" y="266092"/>
            <a:ext cx="2528904" cy="2528877"/>
          </a:xfrm>
          <a:prstGeom prst="arc">
            <a:avLst>
              <a:gd name="adj1" fmla="val 2303716"/>
              <a:gd name="adj2" fmla="val 19273932"/>
            </a:avLst>
          </a:prstGeom>
          <a:noFill/>
          <a:ln w="177800" cap="flat" cmpd="sng">
            <a:solidFill>
              <a:schemeClr val="accent2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249583" y="4104833"/>
            <a:ext cx="727228" cy="727218"/>
          </a:xfrm>
          <a:prstGeom prst="ellipse">
            <a:avLst/>
          </a:prstGeom>
          <a:noFill/>
          <a:ln w="2540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" name="Google Shape;43;p4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7910769" y="-1244837"/>
            <a:ext cx="2672094" cy="2672068"/>
          </a:xfrm>
          <a:prstGeom prst="arc">
            <a:avLst>
              <a:gd name="adj1" fmla="val 5616652"/>
              <a:gd name="adj2" fmla="val 11074055"/>
            </a:avLst>
          </a:prstGeom>
          <a:noFill/>
          <a:ln w="76200" cap="flat" cmpd="sng">
            <a:solidFill>
              <a:schemeClr val="accent1">
                <a:alpha val="8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7196667" y="-217729"/>
            <a:ext cx="713621" cy="713616"/>
          </a:xfrm>
          <a:prstGeom prst="arc">
            <a:avLst>
              <a:gd name="adj1" fmla="val 19456260"/>
              <a:gd name="adj2" fmla="val 13111335"/>
            </a:avLst>
          </a:prstGeom>
          <a:noFill/>
          <a:ln w="177800" cap="flat" cmpd="sng">
            <a:solidFill>
              <a:schemeClr val="accent2">
                <a:alpha val="6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426962" y="599079"/>
            <a:ext cx="4338562" cy="110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8580064" y="1722069"/>
            <a:ext cx="322031" cy="322027"/>
          </a:xfrm>
          <a:prstGeom prst="ellipse">
            <a:avLst/>
          </a:prstGeom>
          <a:noFill/>
          <a:ln w="1524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1"/>
          </p:nvPr>
        </p:nvSpPr>
        <p:spPr>
          <a:xfrm>
            <a:off x="429874" y="2114550"/>
            <a:ext cx="4065926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2"/>
          </p:nvPr>
        </p:nvSpPr>
        <p:spPr>
          <a:xfrm>
            <a:off x="4724400" y="2114550"/>
            <a:ext cx="4065926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426960" y="1774278"/>
            <a:ext cx="3230640" cy="492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ctr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 b="1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  <a:defRPr sz="2000" b="1"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  <a:defRPr sz="1800" b="1"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7910769" y="-1244837"/>
            <a:ext cx="2672094" cy="2672068"/>
          </a:xfrm>
          <a:prstGeom prst="arc">
            <a:avLst>
              <a:gd name="adj1" fmla="val 5507087"/>
              <a:gd name="adj2" fmla="val 11088393"/>
            </a:avLst>
          </a:prstGeom>
          <a:noFill/>
          <a:ln w="76200" cap="flat" cmpd="sng">
            <a:solidFill>
              <a:schemeClr val="accent1">
                <a:alpha val="8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7196667" y="-217729"/>
            <a:ext cx="713621" cy="713616"/>
          </a:xfrm>
          <a:prstGeom prst="arc">
            <a:avLst>
              <a:gd name="adj1" fmla="val 19492636"/>
              <a:gd name="adj2" fmla="val 12829183"/>
            </a:avLst>
          </a:prstGeom>
          <a:noFill/>
          <a:ln w="177800" cap="flat" cmpd="sng">
            <a:solidFill>
              <a:schemeClr val="accent2">
                <a:alpha val="6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8580064" y="1722069"/>
            <a:ext cx="322031" cy="322027"/>
          </a:xfrm>
          <a:prstGeom prst="ellipse">
            <a:avLst/>
          </a:prstGeom>
          <a:noFill/>
          <a:ln w="1524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1" name="Google Shape;61;p6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705" cy="110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body" idx="2"/>
          </p:nvPr>
        </p:nvSpPr>
        <p:spPr>
          <a:xfrm>
            <a:off x="3962400" y="1774278"/>
            <a:ext cx="3234266" cy="492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ctr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 b="1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  <a:defRPr sz="2000" b="1"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  <a:defRPr sz="1800" b="1"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None/>
              <a:defRPr sz="1600" b="1"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body" idx="3"/>
          </p:nvPr>
        </p:nvSpPr>
        <p:spPr>
          <a:xfrm>
            <a:off x="426962" y="2343150"/>
            <a:ext cx="3230638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4"/>
          </p:nvPr>
        </p:nvSpPr>
        <p:spPr>
          <a:xfrm>
            <a:off x="3966027" y="2343150"/>
            <a:ext cx="3230638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87350" algn="l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500"/>
              <a:buFont typeface="Arial"/>
              <a:buChar char="•"/>
              <a:defRPr sz="20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Courier New"/>
              <a:buChar char="o"/>
              <a:defRPr sz="18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Char char="o"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ourier New"/>
              <a:buChar char="o"/>
              <a:defRPr sz="14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Courier New"/>
              <a:buChar char="o"/>
              <a:defRPr sz="12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8329990" cy="110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8702523" y="3949589"/>
            <a:ext cx="1487714" cy="1487698"/>
          </a:xfrm>
          <a:prstGeom prst="arc">
            <a:avLst>
              <a:gd name="adj1" fmla="val 8054149"/>
              <a:gd name="adj2" fmla="val 15007134"/>
            </a:avLst>
          </a:prstGeom>
          <a:noFill/>
          <a:ln w="177800" cap="flat" cmpd="sng">
            <a:solidFill>
              <a:schemeClr val="accent1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5182746" y="4420811"/>
            <a:ext cx="4960072" cy="4960024"/>
          </a:xfrm>
          <a:prstGeom prst="arc">
            <a:avLst>
              <a:gd name="adj1" fmla="val 13376898"/>
              <a:gd name="adj2" fmla="val 18525276"/>
            </a:avLst>
          </a:prstGeom>
          <a:noFill/>
          <a:ln w="76200" cap="flat" cmpd="sng">
            <a:solidFill>
              <a:schemeClr val="accent2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5891882" y="4680868"/>
            <a:ext cx="306926" cy="306922"/>
          </a:xfrm>
          <a:prstGeom prst="ellipse">
            <a:avLst/>
          </a:prstGeom>
          <a:noFill/>
          <a:ln w="152400" cap="flat" cmpd="sng">
            <a:solidFill>
              <a:schemeClr val="accent2">
                <a:alpha val="4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>
            <a:off x="8702523" y="3949589"/>
            <a:ext cx="1487714" cy="1487698"/>
          </a:xfrm>
          <a:prstGeom prst="arc">
            <a:avLst>
              <a:gd name="adj1" fmla="val 8100022"/>
              <a:gd name="adj2" fmla="val 15123986"/>
            </a:avLst>
          </a:prstGeom>
          <a:noFill/>
          <a:ln w="177800" cap="flat" cmpd="sng">
            <a:solidFill>
              <a:schemeClr val="accent1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1"/>
          </p:nvPr>
        </p:nvSpPr>
        <p:spPr>
          <a:xfrm>
            <a:off x="426964" y="1590524"/>
            <a:ext cx="3038322" cy="2211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  <a:defRPr sz="1800" b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A5A5A5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A5A5A5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5182746" y="4420811"/>
            <a:ext cx="4960072" cy="4960024"/>
          </a:xfrm>
          <a:prstGeom prst="arc">
            <a:avLst>
              <a:gd name="adj1" fmla="val 13378274"/>
              <a:gd name="adj2" fmla="val 18493132"/>
            </a:avLst>
          </a:prstGeom>
          <a:noFill/>
          <a:ln w="76200" cap="flat" cmpd="sng">
            <a:solidFill>
              <a:schemeClr val="accent2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5891882" y="4680868"/>
            <a:ext cx="306926" cy="306922"/>
          </a:xfrm>
          <a:prstGeom prst="ellipse">
            <a:avLst/>
          </a:prstGeom>
          <a:noFill/>
          <a:ln w="152400" cap="flat" cmpd="sng">
            <a:solidFill>
              <a:schemeClr val="accent2">
                <a:alpha val="4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5" name="Google Shape;85;p9"/>
          <p:cNvSpPr txBox="1">
            <a:spLocks noGrp="1"/>
          </p:cNvSpPr>
          <p:nvPr>
            <p:ph type="title"/>
          </p:nvPr>
        </p:nvSpPr>
        <p:spPr>
          <a:xfrm>
            <a:off x="426962" y="599079"/>
            <a:ext cx="3038324" cy="94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Titillium Web"/>
              <a:buNone/>
              <a:defRPr sz="30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body" idx="2"/>
          </p:nvPr>
        </p:nvSpPr>
        <p:spPr>
          <a:xfrm>
            <a:off x="3567426" y="590550"/>
            <a:ext cx="513509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/>
          <p:nvPr/>
        </p:nvSpPr>
        <p:spPr>
          <a:xfrm>
            <a:off x="-388559" y="264603"/>
            <a:ext cx="1350130" cy="1350103"/>
          </a:xfrm>
          <a:prstGeom prst="arc">
            <a:avLst>
              <a:gd name="adj1" fmla="val 14284001"/>
              <a:gd name="adj2" fmla="val 7245957"/>
            </a:avLst>
          </a:prstGeom>
          <a:noFill/>
          <a:ln w="1778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2" name="Google Shape;92;p10"/>
          <p:cNvSpPr txBox="1">
            <a:spLocks noGrp="1"/>
          </p:cNvSpPr>
          <p:nvPr>
            <p:ph type="title"/>
          </p:nvPr>
        </p:nvSpPr>
        <p:spPr>
          <a:xfrm>
            <a:off x="4955408" y="593725"/>
            <a:ext cx="3940640" cy="326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5400"/>
              <a:buFont typeface="Titillium Web"/>
              <a:buNone/>
              <a:defRPr sz="54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body" idx="1"/>
          </p:nvPr>
        </p:nvSpPr>
        <p:spPr>
          <a:xfrm>
            <a:off x="4953525" y="3943350"/>
            <a:ext cx="3942232" cy="36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ctr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None/>
              <a:defRPr sz="14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94" name="Google Shape;94;p10"/>
          <p:cNvSpPr>
            <a:spLocks noGrp="1"/>
          </p:cNvSpPr>
          <p:nvPr>
            <p:ph type="pic" idx="2"/>
          </p:nvPr>
        </p:nvSpPr>
        <p:spPr>
          <a:xfrm>
            <a:off x="152400" y="326976"/>
            <a:ext cx="4505514" cy="4505514"/>
          </a:xfrm>
          <a:prstGeom prst="ellipse">
            <a:avLst/>
          </a:prstGeom>
          <a:noFill/>
          <a:ln>
            <a:noFill/>
          </a:ln>
        </p:spPr>
      </p:sp>
      <p:sp>
        <p:nvSpPr>
          <p:cNvPr id="95" name="Google Shape;95;p10"/>
          <p:cNvSpPr/>
          <p:nvPr/>
        </p:nvSpPr>
        <p:spPr>
          <a:xfrm>
            <a:off x="3719310" y="4215185"/>
            <a:ext cx="489832" cy="489829"/>
          </a:xfrm>
          <a:prstGeom prst="ellipse">
            <a:avLst/>
          </a:prstGeom>
          <a:noFill/>
          <a:ln w="228600" cap="flat" cmpd="sng">
            <a:solidFill>
              <a:schemeClr val="accent2">
                <a:alpha val="6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/>
          </a:p>
        </p:txBody>
      </p:sp>
      <p:sp>
        <p:nvSpPr>
          <p:cNvPr id="96" name="Google Shape;96;p10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lvl="1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lvl="2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lvl="3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lvl="4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lvl="5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lvl="6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lvl="7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lvl="8" indent="0" algn="r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  <p:sp>
        <p:nvSpPr>
          <p:cNvPr id="97" name="Google Shape;97;p10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0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Images, and Text">
  <p:cSld name="Title, Images, and 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876800" y="4269977"/>
            <a:ext cx="620803" cy="620795"/>
          </a:xfrm>
          <a:prstGeom prst="ellipse">
            <a:avLst/>
          </a:prstGeom>
          <a:noFill/>
          <a:ln w="177800" cap="flat" cmpd="sng">
            <a:solidFill>
              <a:schemeClr val="accent1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6019800" y="2800350"/>
            <a:ext cx="4960072" cy="4960024"/>
          </a:xfrm>
          <a:prstGeom prst="arc">
            <a:avLst>
              <a:gd name="adj1" fmla="val 10934534"/>
              <a:gd name="adj2" fmla="val 17186360"/>
            </a:avLst>
          </a:prstGeom>
          <a:noFill/>
          <a:ln w="152400" cap="flat" cmpd="sng">
            <a:solidFill>
              <a:schemeClr val="accent1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381000" y="3988414"/>
            <a:ext cx="306926" cy="306922"/>
          </a:xfrm>
          <a:prstGeom prst="ellipse">
            <a:avLst/>
          </a:prstGeom>
          <a:noFill/>
          <a:ln w="152400" cap="flat" cmpd="sng">
            <a:solidFill>
              <a:schemeClr val="accent2">
                <a:alpha val="4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7910769" y="-1244837"/>
            <a:ext cx="2672094" cy="2672068"/>
          </a:xfrm>
          <a:prstGeom prst="arc">
            <a:avLst>
              <a:gd name="adj1" fmla="val 5577596"/>
              <a:gd name="adj2" fmla="val 11149111"/>
            </a:avLst>
          </a:prstGeom>
          <a:noFill/>
          <a:ln w="76200" cap="flat" cmpd="sng">
            <a:solidFill>
              <a:schemeClr val="accent1">
                <a:alpha val="8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7196667" y="-217729"/>
            <a:ext cx="713621" cy="713616"/>
          </a:xfrm>
          <a:prstGeom prst="arc">
            <a:avLst>
              <a:gd name="adj1" fmla="val 19572922"/>
              <a:gd name="adj2" fmla="val 12898409"/>
            </a:avLst>
          </a:prstGeom>
          <a:noFill/>
          <a:ln w="177800" cap="flat" cmpd="sng">
            <a:solidFill>
              <a:schemeClr val="accent2">
                <a:alpha val="64705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7871841" y="1077418"/>
            <a:ext cx="322031" cy="322027"/>
          </a:xfrm>
          <a:prstGeom prst="ellipse">
            <a:avLst/>
          </a:prstGeom>
          <a:noFill/>
          <a:ln w="1524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6" name="Google Shape;106;p11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705" cy="110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1"/>
          <p:cNvSpPr txBox="1">
            <a:spLocks noGrp="1"/>
          </p:cNvSpPr>
          <p:nvPr>
            <p:ph type="body" idx="1"/>
          </p:nvPr>
        </p:nvSpPr>
        <p:spPr>
          <a:xfrm>
            <a:off x="426961" y="1733550"/>
            <a:ext cx="2163839" cy="79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Arial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8" name="Google Shape;108;p11"/>
          <p:cNvSpPr>
            <a:spLocks noGrp="1"/>
          </p:cNvSpPr>
          <p:nvPr>
            <p:ph type="pic" idx="2"/>
          </p:nvPr>
        </p:nvSpPr>
        <p:spPr>
          <a:xfrm>
            <a:off x="426961" y="2562036"/>
            <a:ext cx="2143314" cy="2143314"/>
          </a:xfrm>
          <a:prstGeom prst="ellipse">
            <a:avLst/>
          </a:prstGeom>
          <a:noFill/>
          <a:ln>
            <a:noFill/>
          </a:ln>
        </p:spPr>
      </p:sp>
      <p:sp>
        <p:nvSpPr>
          <p:cNvPr id="109" name="Google Shape;109;p11"/>
          <p:cNvSpPr txBox="1">
            <a:spLocks noGrp="1"/>
          </p:cNvSpPr>
          <p:nvPr>
            <p:ph type="body" idx="3"/>
          </p:nvPr>
        </p:nvSpPr>
        <p:spPr>
          <a:xfrm>
            <a:off x="3447124" y="1733550"/>
            <a:ext cx="2163839" cy="79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Arial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0" name="Google Shape;110;p11"/>
          <p:cNvSpPr>
            <a:spLocks noGrp="1"/>
          </p:cNvSpPr>
          <p:nvPr>
            <p:ph type="pic" idx="4"/>
          </p:nvPr>
        </p:nvSpPr>
        <p:spPr>
          <a:xfrm>
            <a:off x="3447124" y="2562036"/>
            <a:ext cx="2143314" cy="2143314"/>
          </a:xfrm>
          <a:prstGeom prst="ellipse">
            <a:avLst/>
          </a:prstGeom>
          <a:noFill/>
          <a:ln>
            <a:noFill/>
          </a:ln>
        </p:spPr>
      </p:sp>
      <p:sp>
        <p:nvSpPr>
          <p:cNvPr id="111" name="Google Shape;111;p11"/>
          <p:cNvSpPr txBox="1">
            <a:spLocks noGrp="1"/>
          </p:cNvSpPr>
          <p:nvPr>
            <p:ph type="body" idx="5"/>
          </p:nvPr>
        </p:nvSpPr>
        <p:spPr>
          <a:xfrm>
            <a:off x="6467286" y="1733550"/>
            <a:ext cx="2163839" cy="79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Arial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Courier New"/>
              <a:buNone/>
              <a:defRPr sz="1600" b="0" i="0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2" name="Google Shape;112;p11"/>
          <p:cNvSpPr>
            <a:spLocks noGrp="1"/>
          </p:cNvSpPr>
          <p:nvPr>
            <p:ph type="pic" idx="6"/>
          </p:nvPr>
        </p:nvSpPr>
        <p:spPr>
          <a:xfrm>
            <a:off x="6467286" y="2562036"/>
            <a:ext cx="2143314" cy="2143314"/>
          </a:xfrm>
          <a:prstGeom prst="ellipse">
            <a:avLst/>
          </a:prstGeom>
          <a:noFill/>
          <a:ln>
            <a:noFill/>
          </a:ln>
        </p:spPr>
      </p:sp>
      <p:sp>
        <p:nvSpPr>
          <p:cNvPr id="113" name="Google Shape;113;p11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1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Title and Images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3124200" y="3105150"/>
            <a:ext cx="322031" cy="322027"/>
          </a:xfrm>
          <a:prstGeom prst="ellipse">
            <a:avLst/>
          </a:prstGeom>
          <a:noFill/>
          <a:ln w="1524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8363000" y="2719175"/>
            <a:ext cx="648613" cy="648612"/>
          </a:xfrm>
          <a:prstGeom prst="ellipse">
            <a:avLst/>
          </a:prstGeom>
          <a:noFill/>
          <a:ln w="101600" cap="flat" cmpd="sng">
            <a:solidFill>
              <a:srgbClr val="649818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6779178" y="-2305050"/>
            <a:ext cx="4960072" cy="4960024"/>
          </a:xfrm>
          <a:prstGeom prst="arc">
            <a:avLst>
              <a:gd name="adj1" fmla="val 5507982"/>
              <a:gd name="adj2" fmla="val 11071343"/>
            </a:avLst>
          </a:prstGeom>
          <a:noFill/>
          <a:ln w="76200" cap="flat" cmpd="sng">
            <a:solidFill>
              <a:schemeClr val="accent1">
                <a:alpha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7772400" y="336216"/>
            <a:ext cx="2528904" cy="2528877"/>
          </a:xfrm>
          <a:prstGeom prst="arc">
            <a:avLst>
              <a:gd name="adj1" fmla="val 5009814"/>
              <a:gd name="adj2" fmla="val 16614095"/>
            </a:avLst>
          </a:prstGeom>
          <a:noFill/>
          <a:ln w="177800" cap="flat" cmpd="sng">
            <a:solidFill>
              <a:schemeClr val="accent2">
                <a:alpha val="69803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5486400" y="3367788"/>
            <a:ext cx="727228" cy="727218"/>
          </a:xfrm>
          <a:prstGeom prst="ellipse">
            <a:avLst/>
          </a:prstGeom>
          <a:noFill/>
          <a:ln w="254000" cap="flat" cmpd="sng">
            <a:solidFill>
              <a:schemeClr val="accent1">
                <a:alpha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22" name="Google Shape;122;p12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705" cy="110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2"/>
          <p:cNvSpPr>
            <a:spLocks noGrp="1"/>
          </p:cNvSpPr>
          <p:nvPr>
            <p:ph type="pic" idx="2"/>
          </p:nvPr>
        </p:nvSpPr>
        <p:spPr>
          <a:xfrm>
            <a:off x="426961" y="1962150"/>
            <a:ext cx="2743200" cy="274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12"/>
          <p:cNvSpPr>
            <a:spLocks noGrp="1"/>
          </p:cNvSpPr>
          <p:nvPr>
            <p:ph type="pic" idx="3"/>
          </p:nvPr>
        </p:nvSpPr>
        <p:spPr>
          <a:xfrm>
            <a:off x="3200400" y="1962150"/>
            <a:ext cx="1524000" cy="152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5" name="Google Shape;125;p12"/>
          <p:cNvSpPr>
            <a:spLocks noGrp="1"/>
          </p:cNvSpPr>
          <p:nvPr>
            <p:ph type="pic" idx="4"/>
          </p:nvPr>
        </p:nvSpPr>
        <p:spPr>
          <a:xfrm>
            <a:off x="4267200" y="3181350"/>
            <a:ext cx="1524000" cy="1524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2"/>
          <p:cNvSpPr>
            <a:spLocks noGrp="1"/>
          </p:cNvSpPr>
          <p:nvPr>
            <p:ph type="pic" idx="5"/>
          </p:nvPr>
        </p:nvSpPr>
        <p:spPr>
          <a:xfrm>
            <a:off x="5867400" y="1962150"/>
            <a:ext cx="2743200" cy="274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7" name="Google Shape;127;p12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rgbClr val="ECECEC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596303" y="4918460"/>
            <a:ext cx="2133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124200" y="4918460"/>
            <a:ext cx="2895600" cy="179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450384" y="4918463"/>
            <a:ext cx="2133600" cy="1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&lt;#&gt;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 u="none" strike="noStrike" cap="none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rgbClr val="A5A5A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ved17-git/flask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/>
        </p:nvSpPr>
        <p:spPr>
          <a:xfrm>
            <a:off x="82286" y="53101"/>
            <a:ext cx="9061714" cy="1801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 dirty="0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Shri </a:t>
            </a:r>
            <a:r>
              <a:rPr lang="en-US" sz="1600" b="1" i="1" u="none" strike="noStrike" cap="none" dirty="0" err="1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Ramdeobaba</a:t>
            </a:r>
            <a:r>
              <a:rPr lang="en-US" sz="1600" b="1" i="1" u="none" strike="noStrike" cap="none" dirty="0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 College of Engineering &amp; Management, Nagpur </a:t>
            </a:r>
            <a:br>
              <a:rPr lang="en-US" sz="1600" b="0" i="0" u="none" strike="noStrike" cap="none" dirty="0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endParaRPr sz="1600" b="0" i="0" u="none" strike="noStrike" cap="none" dirty="0">
              <a:solidFill>
                <a:srgbClr val="00206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 dirty="0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Department of Computer Science &amp; Engineering(AIML)</a:t>
            </a:r>
            <a:br>
              <a:rPr lang="en-US" sz="1600" b="0" i="0" u="none" strike="noStrike" cap="none" dirty="0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endParaRPr sz="1600" b="0" i="0" u="none" strike="noStrike" cap="none" dirty="0">
              <a:solidFill>
                <a:srgbClr val="00206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 dirty="0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Session 2023-202</a:t>
            </a:r>
            <a:r>
              <a:rPr lang="en-US" sz="1400" b="1" i="1" u="none" strike="noStrike" cap="none" dirty="0">
                <a:solidFill>
                  <a:srgbClr val="002060"/>
                </a:solidFill>
                <a:latin typeface="Titillium Web"/>
                <a:ea typeface="Titillium Web"/>
                <a:cs typeface="Titillium Web"/>
                <a:sym typeface="Titillium Web"/>
              </a:rPr>
              <a:t>4</a:t>
            </a:r>
            <a:endParaRPr dirty="0"/>
          </a:p>
        </p:txBody>
      </p:sp>
      <p:sp>
        <p:nvSpPr>
          <p:cNvPr id="135" name="Google Shape;135;p13"/>
          <p:cNvSpPr txBox="1"/>
          <p:nvPr/>
        </p:nvSpPr>
        <p:spPr>
          <a:xfrm>
            <a:off x="2797711" y="1801672"/>
            <a:ext cx="3774862" cy="735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SEMINAR 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ON</a:t>
            </a:r>
            <a:br>
              <a:rPr lang="en-US"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endParaRPr sz="1600" b="0" i="0" u="none" strike="noStrike" cap="non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877377" y="2417473"/>
            <a:ext cx="5471532" cy="1185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>
                <a:solidFill>
                  <a:srgbClr val="C61B4A"/>
                </a:solidFill>
                <a:latin typeface="Titillium Web"/>
                <a:sym typeface="Titillium Web"/>
              </a:rPr>
              <a:t>Movie Recommendation Web App using Machine Learning</a:t>
            </a:r>
            <a:endParaRPr dirty="0"/>
          </a:p>
        </p:txBody>
      </p:sp>
      <p:sp>
        <p:nvSpPr>
          <p:cNvPr id="137" name="Google Shape;137;p13"/>
          <p:cNvSpPr txBox="1"/>
          <p:nvPr/>
        </p:nvSpPr>
        <p:spPr>
          <a:xfrm>
            <a:off x="585215" y="4166044"/>
            <a:ext cx="2708111" cy="521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Guided By:  </a:t>
            </a:r>
            <a:r>
              <a:rPr lang="en-US" b="1" i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Dr.</a:t>
            </a:r>
            <a:r>
              <a:rPr lang="en-US" sz="1400" b="1" i="1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 Amit</a:t>
            </a:r>
            <a:r>
              <a:rPr lang="en-US" b="1" i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en-US" sz="1400" b="1" i="1" u="none" strike="noStrike" cap="none" dirty="0" err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Pimpalkar</a:t>
            </a:r>
            <a:endParaRPr dirty="0"/>
          </a:p>
        </p:txBody>
      </p:sp>
      <p:sp>
        <p:nvSpPr>
          <p:cNvPr id="138" name="Google Shape;138;p13"/>
          <p:cNvSpPr txBox="1"/>
          <p:nvPr/>
        </p:nvSpPr>
        <p:spPr>
          <a:xfrm>
            <a:off x="5850676" y="3445907"/>
            <a:ext cx="1905000" cy="1801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Presented By: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Group No : 6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Group  Members :</a:t>
            </a:r>
            <a:endParaRPr lang="en-US" i="1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00" b="0" i="1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Chaitanya Muley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i="1" dirty="0" err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Harshal</a:t>
            </a:r>
            <a:r>
              <a:rPr lang="en-US" i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en-US" i="1" dirty="0" err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Bardikar</a:t>
            </a:r>
            <a:endParaRPr lang="en-US" i="1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00" b="0" i="1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Om Aote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i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Ved </a:t>
            </a:r>
            <a:r>
              <a:rPr lang="en-US" i="1" dirty="0" err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Pandhare</a:t>
            </a:r>
            <a:endParaRPr sz="1400" b="0" i="1" u="none" strike="noStrike" cap="none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39" name="Google Shape;139;p13" descr="C:\Users\pc\Desktop\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" cy="108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 descr="See the source 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088952"/>
            <a:ext cx="1828800" cy="38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>
            <a:spLocks noGrp="1"/>
          </p:cNvSpPr>
          <p:nvPr>
            <p:ph type="body" idx="1"/>
          </p:nvPr>
        </p:nvSpPr>
        <p:spPr>
          <a:xfrm>
            <a:off x="609600" y="19050"/>
            <a:ext cx="6769703" cy="4607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 b="1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Contents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dirty="0"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</a:pPr>
            <a:r>
              <a:rPr lang="en-US" sz="1800" b="1" i="1" dirty="0">
                <a:solidFill>
                  <a:srgbClr val="595959"/>
                </a:solidFill>
                <a:latin typeface="Lustria"/>
                <a:ea typeface="Lustria"/>
                <a:cs typeface="Lustria"/>
                <a:sym typeface="Lustria"/>
              </a:rPr>
              <a:t>Introduction</a:t>
            </a:r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</a:pPr>
            <a:r>
              <a:rPr lang="en-US" sz="1800" b="1" i="1" dirty="0">
                <a:solidFill>
                  <a:srgbClr val="595959"/>
                </a:solidFill>
                <a:latin typeface="Lustria"/>
                <a:ea typeface="Lustria"/>
                <a:cs typeface="Lustria"/>
                <a:sym typeface="Lustria"/>
              </a:rPr>
              <a:t>Motivation</a:t>
            </a:r>
            <a:endParaRPr lang="en-US" dirty="0"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</a:pPr>
            <a:r>
              <a:rPr lang="en-US" sz="1800" b="1" i="1" dirty="0">
                <a:solidFill>
                  <a:srgbClr val="595959"/>
                </a:solidFill>
                <a:latin typeface="Lustria"/>
                <a:ea typeface="Lustria"/>
                <a:cs typeface="Lustria"/>
                <a:sym typeface="Lustria"/>
              </a:rPr>
              <a:t>Literature Survey </a:t>
            </a:r>
            <a:endParaRPr lang="en-US" dirty="0"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</a:pPr>
            <a:r>
              <a:rPr lang="en-US" sz="1800" b="1" i="1" dirty="0">
                <a:solidFill>
                  <a:srgbClr val="595959"/>
                </a:solidFill>
                <a:latin typeface="Lustria"/>
                <a:ea typeface="Lustria"/>
                <a:cs typeface="Lustria"/>
                <a:sym typeface="Lustria"/>
              </a:rPr>
              <a:t>Objectives</a:t>
            </a:r>
            <a:endParaRPr lang="en-US" dirty="0"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</a:pPr>
            <a:r>
              <a:rPr lang="en-US" sz="1800" b="1" i="1" dirty="0">
                <a:solidFill>
                  <a:srgbClr val="595959"/>
                </a:solidFill>
                <a:latin typeface="Lustria"/>
                <a:ea typeface="Lustria"/>
                <a:cs typeface="Lustria"/>
                <a:sym typeface="Lustria"/>
              </a:rPr>
              <a:t>Proposed Plan of Work </a:t>
            </a:r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</a:pPr>
            <a:r>
              <a:rPr lang="en-US" b="1" i="1" dirty="0">
                <a:solidFill>
                  <a:srgbClr val="595959"/>
                </a:solidFill>
                <a:latin typeface="Lustria"/>
                <a:ea typeface="Lustria"/>
                <a:cs typeface="Lustria"/>
                <a:sym typeface="Lustria"/>
              </a:rPr>
              <a:t>Architecture</a:t>
            </a:r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</a:pPr>
            <a:r>
              <a:rPr lang="en-US" b="1" i="1" dirty="0">
                <a:solidFill>
                  <a:srgbClr val="595959"/>
                </a:solidFill>
                <a:latin typeface="Lustria"/>
                <a:ea typeface="Lustria"/>
                <a:cs typeface="Lustria"/>
                <a:sym typeface="Lustria"/>
              </a:rPr>
              <a:t>Dataset</a:t>
            </a:r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</a:pPr>
            <a:r>
              <a:rPr lang="en-US" b="1" i="1" dirty="0">
                <a:solidFill>
                  <a:srgbClr val="595959"/>
                </a:solidFill>
                <a:latin typeface="Lustria"/>
                <a:ea typeface="Lustria"/>
                <a:cs typeface="Lustria"/>
                <a:sym typeface="Lustria"/>
              </a:rPr>
              <a:t>Output</a:t>
            </a:r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</a:pPr>
            <a:r>
              <a:rPr lang="en-US" sz="1800" b="1" i="1" dirty="0">
                <a:solidFill>
                  <a:srgbClr val="595959"/>
                </a:solidFill>
                <a:latin typeface="Lustria"/>
                <a:ea typeface="Lustria"/>
                <a:cs typeface="Lustria"/>
                <a:sym typeface="Lustria"/>
              </a:rPr>
              <a:t>Technology</a:t>
            </a:r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</a:pPr>
            <a:r>
              <a:rPr lang="en-US" sz="1800" b="1" i="1" dirty="0">
                <a:solidFill>
                  <a:srgbClr val="595959"/>
                </a:solidFill>
                <a:latin typeface="Lustria"/>
                <a:ea typeface="Lustria"/>
                <a:cs typeface="Lustria"/>
                <a:sym typeface="Lustria"/>
              </a:rPr>
              <a:t>Expected  Outcome</a:t>
            </a:r>
            <a:endParaRPr lang="en-US" dirty="0"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</a:pPr>
            <a:r>
              <a:rPr lang="en-US" sz="1800" b="1" i="1" dirty="0">
                <a:solidFill>
                  <a:srgbClr val="595959"/>
                </a:solidFill>
                <a:latin typeface="Lustria"/>
                <a:ea typeface="Lustria"/>
                <a:cs typeface="Lustria"/>
                <a:sym typeface="Lustria"/>
              </a:rPr>
              <a:t>Summary</a:t>
            </a:r>
            <a:endParaRPr lang="en-US" dirty="0"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</a:pPr>
            <a:r>
              <a:rPr lang="en-US" sz="1800" b="1" i="1" dirty="0">
                <a:solidFill>
                  <a:srgbClr val="595959"/>
                </a:solidFill>
                <a:latin typeface="Lustria"/>
                <a:ea typeface="Lustria"/>
                <a:cs typeface="Lustria"/>
                <a:sym typeface="Lustria"/>
              </a:rPr>
              <a:t>Timeline</a:t>
            </a:r>
            <a:endParaRPr lang="en-US" dirty="0"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–"/>
            </a:pPr>
            <a:r>
              <a:rPr lang="en-US" sz="1800" b="1" i="1" dirty="0">
                <a:solidFill>
                  <a:srgbClr val="595959"/>
                </a:solidFill>
                <a:latin typeface="Lustria"/>
                <a:ea typeface="Lustria"/>
                <a:cs typeface="Lustria"/>
                <a:sym typeface="Lustria"/>
              </a:rPr>
              <a:t>References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705" cy="110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51" name="Google Shape;151;p15"/>
          <p:cNvSpPr txBox="1">
            <a:spLocks noGrp="1"/>
          </p:cNvSpPr>
          <p:nvPr>
            <p:ph type="body" idx="1"/>
          </p:nvPr>
        </p:nvSpPr>
        <p:spPr>
          <a:xfrm>
            <a:off x="319248" y="1440314"/>
            <a:ext cx="4596142" cy="2896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469900" indent="-342900">
              <a:spcBef>
                <a:spcPts val="0"/>
              </a:spcBef>
            </a:pPr>
            <a:r>
              <a:rPr lang="en-US" sz="1600" dirty="0">
                <a:solidFill>
                  <a:schemeClr val="tx1"/>
                </a:solidFill>
              </a:rPr>
              <a:t>The project aims to develop a recommendation system using machine learning. </a:t>
            </a:r>
          </a:p>
          <a:p>
            <a:pPr marL="469900" indent="-342900">
              <a:spcBef>
                <a:spcPts val="0"/>
              </a:spcBef>
            </a:pPr>
            <a:endParaRPr lang="en-US" sz="1600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r>
              <a:rPr lang="en-US" sz="1600" dirty="0">
                <a:solidFill>
                  <a:schemeClr val="tx1"/>
                </a:solidFill>
              </a:rPr>
              <a:t>We extract features like genre, plot, cast, and language to recommend movies similar to those the user desire for.</a:t>
            </a:r>
          </a:p>
          <a:p>
            <a:pPr marL="469900" indent="-342900">
              <a:spcBef>
                <a:spcPts val="0"/>
              </a:spcBef>
            </a:pPr>
            <a:endParaRPr lang="en-US" sz="1600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r>
              <a:rPr lang="en-US" sz="1600" dirty="0">
                <a:solidFill>
                  <a:schemeClr val="tx1"/>
                </a:solidFill>
              </a:rPr>
              <a:t>The system will focus on </a:t>
            </a:r>
            <a:r>
              <a:rPr lang="en-US" sz="1600" b="1" dirty="0">
                <a:solidFill>
                  <a:schemeClr val="tx1"/>
                </a:solidFill>
              </a:rPr>
              <a:t>Hindi</a:t>
            </a:r>
            <a:r>
              <a:rPr lang="en-US" sz="1600" dirty="0">
                <a:solidFill>
                  <a:schemeClr val="tx1"/>
                </a:solidFill>
              </a:rPr>
              <a:t> and </a:t>
            </a:r>
            <a:r>
              <a:rPr lang="en-US" sz="1600" b="1" dirty="0">
                <a:solidFill>
                  <a:schemeClr val="tx1"/>
                </a:solidFill>
              </a:rPr>
              <a:t>Marathi</a:t>
            </a:r>
            <a:r>
              <a:rPr lang="en-US" sz="1600" dirty="0">
                <a:solidFill>
                  <a:schemeClr val="tx1"/>
                </a:solidFill>
              </a:rPr>
              <a:t> movies.</a:t>
            </a:r>
            <a:endParaRPr sz="1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3E9125F-FAF2-3A67-D3D7-EB0322A0FE56}"/>
                  </a:ext>
                </a:extLst>
              </p14:cNvPr>
              <p14:cNvContentPartPr/>
              <p14:nvPr/>
            </p14:nvContentPartPr>
            <p14:xfrm>
              <a:off x="5474208" y="4072008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3E9125F-FAF2-3A67-D3D7-EB0322A0FE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68088" y="40658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860FCD6-288C-0FE2-3CA4-9E8D776436A0}"/>
                  </a:ext>
                </a:extLst>
              </p14:cNvPr>
              <p14:cNvContentPartPr/>
              <p14:nvPr/>
            </p14:nvContentPartPr>
            <p14:xfrm>
              <a:off x="6437568" y="620568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860FCD6-288C-0FE2-3CA4-9E8D776436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31088" y="61995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A6A6633-FF49-0C8D-2D4B-7D4C27DADC9E}"/>
                  </a:ext>
                </a:extLst>
              </p14:cNvPr>
              <p14:cNvContentPartPr/>
              <p14:nvPr/>
            </p14:nvContentPartPr>
            <p14:xfrm>
              <a:off x="2157528" y="582768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A6A6633-FF49-0C8D-2D4B-7D4C27DADC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51408" y="58215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074" name="Picture 2" descr="Processed image">
            <a:extLst>
              <a:ext uri="{FF2B5EF4-FFF2-40B4-BE49-F238E27FC236}">
                <a16:creationId xmlns:a16="http://schemas.microsoft.com/office/drawing/2014/main" id="{F0F97DE2-C126-6663-61AE-F7559D232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677" y="601145"/>
            <a:ext cx="4336323" cy="3325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46FD92-34E0-67AB-75FB-C54D43F030F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7726" b="55231"/>
          <a:stretch/>
        </p:blipFill>
        <p:spPr>
          <a:xfrm>
            <a:off x="1381852" y="4218041"/>
            <a:ext cx="6851650" cy="5295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8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</a:pPr>
            <a:r>
              <a:rPr lang="en-US"/>
              <a:t>Motivation</a:t>
            </a:r>
            <a:endParaRPr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538D841-1E9E-31AC-0A7C-5B9E4163D2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1783010"/>
              </p:ext>
            </p:extLst>
          </p:nvPr>
        </p:nvGraphicFramePr>
        <p:xfrm>
          <a:off x="426961" y="1705479"/>
          <a:ext cx="7729487" cy="2969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>
            <a:spLocks noGrp="1"/>
          </p:cNvSpPr>
          <p:nvPr>
            <p:ph type="title"/>
          </p:nvPr>
        </p:nvSpPr>
        <p:spPr>
          <a:xfrm>
            <a:off x="173620" y="14881"/>
            <a:ext cx="3186614" cy="49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</a:pPr>
            <a:r>
              <a:rPr lang="en-US" sz="3200" dirty="0"/>
              <a:t>Literature Survey</a:t>
            </a:r>
            <a:endParaRPr sz="3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0965C6-83D7-1036-8D63-2B865955E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672928"/>
              </p:ext>
            </p:extLst>
          </p:nvPr>
        </p:nvGraphicFramePr>
        <p:xfrm>
          <a:off x="173620" y="639349"/>
          <a:ext cx="8796760" cy="439553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463270">
                  <a:extLst>
                    <a:ext uri="{9D8B030D-6E8A-4147-A177-3AD203B41FA5}">
                      <a16:colId xmlns:a16="http://schemas.microsoft.com/office/drawing/2014/main" val="1210537591"/>
                    </a:ext>
                  </a:extLst>
                </a:gridCol>
                <a:gridCol w="639336">
                  <a:extLst>
                    <a:ext uri="{9D8B030D-6E8A-4147-A177-3AD203B41FA5}">
                      <a16:colId xmlns:a16="http://schemas.microsoft.com/office/drawing/2014/main" val="2170171216"/>
                    </a:ext>
                  </a:extLst>
                </a:gridCol>
                <a:gridCol w="1585920">
                  <a:extLst>
                    <a:ext uri="{9D8B030D-6E8A-4147-A177-3AD203B41FA5}">
                      <a16:colId xmlns:a16="http://schemas.microsoft.com/office/drawing/2014/main" val="671655016"/>
                    </a:ext>
                  </a:extLst>
                </a:gridCol>
                <a:gridCol w="2450822">
                  <a:extLst>
                    <a:ext uri="{9D8B030D-6E8A-4147-A177-3AD203B41FA5}">
                      <a16:colId xmlns:a16="http://schemas.microsoft.com/office/drawing/2014/main" val="2333701605"/>
                    </a:ext>
                  </a:extLst>
                </a:gridCol>
                <a:gridCol w="1598341">
                  <a:extLst>
                    <a:ext uri="{9D8B030D-6E8A-4147-A177-3AD203B41FA5}">
                      <a16:colId xmlns:a16="http://schemas.microsoft.com/office/drawing/2014/main" val="3763931675"/>
                    </a:ext>
                  </a:extLst>
                </a:gridCol>
                <a:gridCol w="2059071">
                  <a:extLst>
                    <a:ext uri="{9D8B030D-6E8A-4147-A177-3AD203B41FA5}">
                      <a16:colId xmlns:a16="http://schemas.microsoft.com/office/drawing/2014/main" val="2571975863"/>
                    </a:ext>
                  </a:extLst>
                </a:gridCol>
              </a:tblGrid>
              <a:tr h="332102">
                <a:tc>
                  <a:txBody>
                    <a:bodyPr/>
                    <a:lstStyle/>
                    <a:p>
                      <a:r>
                        <a:rPr lang="en-US" sz="1150" dirty="0"/>
                        <a:t>Ref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Approach/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Work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/>
                        <a:t>Source/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Findings &amp;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950920"/>
                  </a:ext>
                </a:extLst>
              </a:tr>
              <a:tr h="582412">
                <a:tc>
                  <a:txBody>
                    <a:bodyPr/>
                    <a:lstStyle/>
                    <a:p>
                      <a:r>
                        <a:rPr lang="en-US" sz="1150" dirty="0"/>
                        <a:t>[1]</a:t>
                      </a:r>
                    </a:p>
                    <a:p>
                      <a:endParaRPr lang="en-US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Content-Based Filtering &amp; Neural Networks</a:t>
                      </a:r>
                      <a:endParaRPr lang="en-US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Developed a system using content-based filtering enhanced with neural networks to improve movie recommendations.</a:t>
                      </a:r>
                      <a:endParaRPr lang="en-US" sz="1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IJFMR Paper</a:t>
                      </a:r>
                    </a:p>
                    <a:p>
                      <a:r>
                        <a:rPr lang="en-US" sz="1200" dirty="0"/>
                        <a:t>Dataset: </a:t>
                      </a:r>
                      <a:r>
                        <a:rPr lang="en-US" sz="1200" dirty="0" err="1"/>
                        <a:t>MovieLens</a:t>
                      </a:r>
                      <a:r>
                        <a:rPr lang="en-US" sz="1200" dirty="0"/>
                        <a:t> 100k</a:t>
                      </a:r>
                      <a:endParaRPr lang="en-US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Achieved high accuracy (85%) but faced challenges in handling sparse datasets.</a:t>
                      </a:r>
                      <a:endParaRPr lang="en-US" sz="11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606899"/>
                  </a:ext>
                </a:extLst>
              </a:tr>
              <a:tr h="742345">
                <a:tc>
                  <a:txBody>
                    <a:bodyPr/>
                    <a:lstStyle/>
                    <a:p>
                      <a:r>
                        <a:rPr lang="en-US" sz="1150" dirty="0"/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Collaborative Filtering &amp; SVD</a:t>
                      </a:r>
                      <a:endParaRPr lang="en-US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Implemented collaborative filtering using matrix factorization (SVD) to personalize recommendations.</a:t>
                      </a:r>
                      <a:endParaRPr lang="en-US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NAAC Paper</a:t>
                      </a:r>
                    </a:p>
                    <a:p>
                      <a:r>
                        <a:rPr lang="en-US" sz="1200" dirty="0"/>
                        <a:t>Dataset: </a:t>
                      </a:r>
                      <a:r>
                        <a:rPr lang="en-US" sz="1200" dirty="0" err="1"/>
                        <a:t>MovieLens</a:t>
                      </a:r>
                      <a:r>
                        <a:rPr lang="en-US" sz="1200" dirty="0"/>
                        <a:t> 1M </a:t>
                      </a:r>
                      <a:endParaRPr lang="en-US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Improved recommendation accuracy (78%) but faced scalability issues.</a:t>
                      </a:r>
                      <a:endParaRPr lang="en-US" sz="11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223193"/>
                  </a:ext>
                </a:extLst>
              </a:tr>
              <a:tr h="742345">
                <a:tc>
                  <a:txBody>
                    <a:bodyPr/>
                    <a:lstStyle/>
                    <a:p>
                      <a:r>
                        <a:rPr lang="en-US" sz="1150" dirty="0"/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Hybrid Approach (Collaborative &amp; Content-Based)</a:t>
                      </a:r>
                      <a:endParaRPr lang="en-US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Proposed a hybrid model combining collaborative filtering and content-based approaches.</a:t>
                      </a:r>
                      <a:endParaRPr lang="en-US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Studocu</a:t>
                      </a:r>
                      <a:r>
                        <a:rPr lang="en-US" sz="1200" dirty="0"/>
                        <a:t> Paper</a:t>
                      </a:r>
                    </a:p>
                    <a:p>
                      <a:r>
                        <a:rPr lang="en-US" sz="1200" dirty="0"/>
                        <a:t>Dataset: </a:t>
                      </a:r>
                      <a:r>
                        <a:rPr lang="en-US" sz="1200" dirty="0" err="1"/>
                        <a:t>MovieLens</a:t>
                      </a:r>
                      <a:r>
                        <a:rPr lang="en-US" sz="1200" dirty="0"/>
                        <a:t> 2M</a:t>
                      </a:r>
                      <a:endParaRPr lang="en-US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Effectively reduced sparsity issues, leading to 80% accuracy in predictions.</a:t>
                      </a:r>
                      <a:endParaRPr lang="en-US" sz="11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092340"/>
                  </a:ext>
                </a:extLst>
              </a:tr>
              <a:tr h="742345">
                <a:tc>
                  <a:txBody>
                    <a:bodyPr/>
                    <a:lstStyle/>
                    <a:p>
                      <a:r>
                        <a:rPr lang="en-US" sz="1150" dirty="0"/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/>
                        <a:t>Improved 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/>
                        <a:t>Proposed an optimized KNN method combined with collaborative filtering.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/>
                        <a:t>IJNRD paper</a:t>
                      </a:r>
                    </a:p>
                    <a:p>
                      <a:r>
                        <a:rPr lang="en-US" sz="1200" dirty="0"/>
                        <a:t>Dataset: Custom dataset</a:t>
                      </a:r>
                      <a:endParaRPr lang="en-US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/>
                        <a:t>Improved accuracy (82%) but low quality of data and not optimal.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060887"/>
                  </a:ext>
                </a:extLst>
              </a:tr>
              <a:tr h="507809">
                <a:tc>
                  <a:txBody>
                    <a:bodyPr/>
                    <a:lstStyle/>
                    <a:p>
                      <a:r>
                        <a:rPr lang="en-US" sz="1150" dirty="0"/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5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Deep Learning &amp; Collaborative Filtering </a:t>
                      </a:r>
                      <a:endParaRPr lang="en-US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Applied deep learning techniques combined with content-based filtering to predict user preferences.</a:t>
                      </a:r>
                      <a:endParaRPr lang="en-US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ScienceDirect Paper</a:t>
                      </a:r>
                    </a:p>
                    <a:p>
                      <a:r>
                        <a:rPr lang="en-US" sz="1200" dirty="0"/>
                        <a:t>Dataset: Netflix Prize dataset.</a:t>
                      </a:r>
                      <a:endParaRPr lang="en-US" sz="11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Achieved accuracy of 84%, though faced challenges with cold-start users.</a:t>
                      </a:r>
                      <a:endParaRPr lang="en-US" sz="11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4177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3135389" cy="766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</a:pPr>
            <a:r>
              <a:rPr lang="en-US" dirty="0"/>
              <a:t>Objectives</a:t>
            </a:r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F4CAA5F-D24B-CC05-2CB8-85231124B1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1668680"/>
              </p:ext>
            </p:extLst>
          </p:nvPr>
        </p:nvGraphicFramePr>
        <p:xfrm>
          <a:off x="836031" y="781050"/>
          <a:ext cx="7193039" cy="4089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>
            <a:spLocks noGrp="1"/>
          </p:cNvSpPr>
          <p:nvPr>
            <p:ph type="title"/>
          </p:nvPr>
        </p:nvSpPr>
        <p:spPr>
          <a:xfrm>
            <a:off x="191163" y="0"/>
            <a:ext cx="4886359" cy="446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</a:pPr>
            <a:r>
              <a:rPr lang="en-US" dirty="0"/>
              <a:t>Proposed Plan of Work</a:t>
            </a: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391FE45-9744-EC8D-3A2A-3B34839ED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07" y="506710"/>
            <a:ext cx="8274205" cy="46367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>
            <a:spLocks noGrp="1"/>
          </p:cNvSpPr>
          <p:nvPr>
            <p:ph type="body" idx="1"/>
          </p:nvPr>
        </p:nvSpPr>
        <p:spPr>
          <a:xfrm>
            <a:off x="449764" y="89211"/>
            <a:ext cx="3780205" cy="493627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93600" rIns="91425" bIns="45700" anchor="t" anchorCtr="0">
            <a:normAutofit/>
          </a:bodyPr>
          <a:lstStyle/>
          <a:p>
            <a:pPr marL="101600" indent="0" algn="ctr">
              <a:buNone/>
            </a:pPr>
            <a:r>
              <a:rPr lang="en-US" sz="1400" b="1" u="sng" dirty="0">
                <a:solidFill>
                  <a:schemeClr val="tx1"/>
                </a:solidFill>
              </a:rPr>
              <a:t>Cosine Similarity:</a:t>
            </a:r>
          </a:p>
          <a:p>
            <a:pPr marL="101600" indent="0" algn="ctr">
              <a:buNone/>
            </a:pPr>
            <a:endParaRPr lang="en-US" sz="1400" b="1" u="sng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Measures the angle between two vectors.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Ranges from -1 (completely opposite) to 1 (exactly similar).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Often used in text and recommendation systems to find similarity between items.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Focuses on the direction of vectors, not their magnitude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1600" dirty="0"/>
          </a:p>
        </p:txBody>
      </p:sp>
      <p:sp>
        <p:nvSpPr>
          <p:cNvPr id="6" name="Google Shape;175;p19">
            <a:extLst>
              <a:ext uri="{FF2B5EF4-FFF2-40B4-BE49-F238E27FC236}">
                <a16:creationId xmlns:a16="http://schemas.microsoft.com/office/drawing/2014/main" id="{E02A9F0A-1813-7897-4C05-10A308C6D341}"/>
              </a:ext>
            </a:extLst>
          </p:cNvPr>
          <p:cNvSpPr txBox="1">
            <a:spLocks/>
          </p:cNvSpPr>
          <p:nvPr/>
        </p:nvSpPr>
        <p:spPr>
          <a:xfrm>
            <a:off x="4839690" y="89210"/>
            <a:ext cx="3780205" cy="4936269"/>
          </a:xfrm>
          <a:prstGeom prst="rect">
            <a:avLst/>
          </a:prstGeom>
          <a:ln w="254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936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–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»"/>
              <a:defRPr sz="12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101600" indent="0" algn="ctr">
              <a:buNone/>
            </a:pPr>
            <a:r>
              <a:rPr lang="en-US" sz="1400" b="1" u="sng" dirty="0" err="1">
                <a:solidFill>
                  <a:schemeClr val="tx1"/>
                </a:solidFill>
              </a:rPr>
              <a:t>BoW</a:t>
            </a:r>
            <a:r>
              <a:rPr lang="en-US" sz="1400" b="1" u="sng" dirty="0">
                <a:solidFill>
                  <a:schemeClr val="tx1"/>
                </a:solidFill>
              </a:rPr>
              <a:t> Vectorization:</a:t>
            </a:r>
          </a:p>
          <a:p>
            <a:pPr marL="101600" indent="0" algn="ctr">
              <a:buNone/>
            </a:pPr>
            <a:endParaRPr lang="en-US" sz="1400" b="1" u="sng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Converts text into a vector of word counts.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Ignores grammar and word order, focusing on word frequency.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Simple but effective method for text representation in machine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Used in tasks like text classification and information retrieval.</a:t>
            </a:r>
          </a:p>
          <a:p>
            <a:pPr marL="342900" indent="-215900">
              <a:spcBef>
                <a:spcPts val="0"/>
              </a:spcBef>
              <a:buFont typeface="Arial"/>
              <a:buNone/>
            </a:pPr>
            <a:endParaRPr lang="en-US" sz="1600" dirty="0"/>
          </a:p>
        </p:txBody>
      </p:sp>
      <p:pic>
        <p:nvPicPr>
          <p:cNvPr id="1032" name="Picture 8" descr="How Cosine Similarity Can Improve Your Machine Learning Models - AITechTrend">
            <a:extLst>
              <a:ext uri="{FF2B5EF4-FFF2-40B4-BE49-F238E27FC236}">
                <a16:creationId xmlns:a16="http://schemas.microsoft.com/office/drawing/2014/main" id="{80BFDE25-AC52-22F6-94C8-D98E18587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573" y="2489510"/>
            <a:ext cx="3122329" cy="2482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C27CC3-1FFD-12CC-7315-DEA88D341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714" y="2791305"/>
            <a:ext cx="3688155" cy="223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00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>
            <a:spLocks noGrp="1"/>
          </p:cNvSpPr>
          <p:nvPr>
            <p:ph type="body" idx="1"/>
          </p:nvPr>
        </p:nvSpPr>
        <p:spPr>
          <a:xfrm>
            <a:off x="449764" y="795455"/>
            <a:ext cx="3780205" cy="3442008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93600" rIns="91425" bIns="45700" anchor="t" anchorCtr="0">
            <a:normAutofit/>
          </a:bodyPr>
          <a:lstStyle/>
          <a:p>
            <a:pPr marL="101600" indent="0" algn="ctr">
              <a:buNone/>
            </a:pPr>
            <a:r>
              <a:rPr lang="en-US" sz="1600" b="1" u="sng" dirty="0">
                <a:solidFill>
                  <a:schemeClr val="tx1"/>
                </a:solidFill>
              </a:rPr>
              <a:t>Collaborative User-Based Approach:</a:t>
            </a:r>
          </a:p>
          <a:p>
            <a:pPr marL="101600" indent="0">
              <a:buNone/>
            </a:pPr>
            <a:endParaRPr lang="en-US" sz="1200" b="1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Recommends movies based on preferences of users with similar taste.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Identifies users who rate movies similarly and suggests movies they liked.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Assumes that similar users will enjoy similar movies.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Continuously improves as more users rate movies.</a:t>
            </a:r>
          </a:p>
          <a:p>
            <a:pPr marL="342900" lvl="0" indent="-21590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None/>
            </a:pPr>
            <a:endParaRPr sz="1600" dirty="0"/>
          </a:p>
        </p:txBody>
      </p:sp>
      <p:sp>
        <p:nvSpPr>
          <p:cNvPr id="6" name="Google Shape;175;p19">
            <a:extLst>
              <a:ext uri="{FF2B5EF4-FFF2-40B4-BE49-F238E27FC236}">
                <a16:creationId xmlns:a16="http://schemas.microsoft.com/office/drawing/2014/main" id="{E02A9F0A-1813-7897-4C05-10A308C6D341}"/>
              </a:ext>
            </a:extLst>
          </p:cNvPr>
          <p:cNvSpPr txBox="1">
            <a:spLocks/>
          </p:cNvSpPr>
          <p:nvPr/>
        </p:nvSpPr>
        <p:spPr>
          <a:xfrm>
            <a:off x="4914033" y="795455"/>
            <a:ext cx="3780205" cy="3442008"/>
          </a:xfrm>
          <a:prstGeom prst="rect">
            <a:avLst/>
          </a:prstGeom>
          <a:ln w="254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936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–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»"/>
              <a:defRPr sz="12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Char char="»"/>
              <a:defRPr sz="1400" b="0" i="0" u="none" strike="noStrike" cap="none">
                <a:solidFill>
                  <a:srgbClr val="A5A5A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101600" indent="0" algn="ctr">
              <a:buNone/>
            </a:pPr>
            <a:r>
              <a:rPr lang="en-US" sz="1800" b="1" u="sng" dirty="0">
                <a:solidFill>
                  <a:schemeClr val="tx1"/>
                </a:solidFill>
              </a:rPr>
              <a:t>K-Nearest Neighbors (KNN):</a:t>
            </a:r>
          </a:p>
          <a:p>
            <a:pPr marL="101600" indent="0" algn="ctr">
              <a:buNone/>
            </a:pPr>
            <a:endParaRPr lang="en-US" sz="1200" b="1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Finds the k most similar users based on their movie ratings.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Recommends movies that the nearest neighbors liked but the target user hasn't watched.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Uses cosine similarity or other distance metrics to identify close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Simple, effective method for real-time movie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837045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>
            <a:spLocks noGrp="1"/>
          </p:cNvSpPr>
          <p:nvPr>
            <p:ph type="title"/>
          </p:nvPr>
        </p:nvSpPr>
        <p:spPr>
          <a:xfrm>
            <a:off x="404523" y="335280"/>
            <a:ext cx="2052927" cy="70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</a:pPr>
            <a:r>
              <a:rPr lang="en-US" sz="2800" dirty="0"/>
              <a:t>Architecture</a:t>
            </a:r>
            <a:endParaRPr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E20E98-C560-9EB6-CDF3-7B6971BDF4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69"/>
          <a:stretch/>
        </p:blipFill>
        <p:spPr>
          <a:xfrm>
            <a:off x="509390" y="840059"/>
            <a:ext cx="7526921" cy="488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370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CDAC92-1BBB-8C31-780B-A105E307D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862" y="2832410"/>
            <a:ext cx="6851650" cy="195838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917452C-6D3E-5964-3937-18445A88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490" y="94189"/>
            <a:ext cx="1557372" cy="634989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Dataset</a:t>
            </a:r>
            <a:br>
              <a:rPr lang="en-US" sz="3600" dirty="0"/>
            </a:br>
            <a:endParaRPr lang="en-US" dirty="0"/>
          </a:p>
        </p:txBody>
      </p:sp>
      <p:sp>
        <p:nvSpPr>
          <p:cNvPr id="7" name="Google Shape;151;p15">
            <a:extLst>
              <a:ext uri="{FF2B5EF4-FFF2-40B4-BE49-F238E27FC236}">
                <a16:creationId xmlns:a16="http://schemas.microsoft.com/office/drawing/2014/main" id="{66C2EC15-C62C-5322-3FA4-1415937BC3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7959" y="804887"/>
            <a:ext cx="6093368" cy="202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 fontScale="85000" lnSpcReduction="20000"/>
          </a:bodyPr>
          <a:lstStyle/>
          <a:p>
            <a:pPr marL="469900" indent="-342900">
              <a:spcBef>
                <a:spcPts val="0"/>
              </a:spcBef>
            </a:pPr>
            <a:endParaRPr lang="en-US" sz="1600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r>
              <a:rPr lang="en-US" sz="1600" i="1" dirty="0">
                <a:solidFill>
                  <a:schemeClr val="tx1"/>
                </a:solidFill>
              </a:rPr>
              <a:t>Attributes</a:t>
            </a:r>
            <a:r>
              <a:rPr lang="en-US" sz="1600" dirty="0">
                <a:solidFill>
                  <a:schemeClr val="tx1"/>
                </a:solidFill>
              </a:rPr>
              <a:t> : ID, Name, Year, Genre, Overview, Director, Cast, Language</a:t>
            </a:r>
          </a:p>
          <a:p>
            <a:pPr marL="469900" indent="-342900">
              <a:spcBef>
                <a:spcPts val="0"/>
              </a:spcBef>
            </a:pPr>
            <a:endParaRPr lang="en-US" sz="1600" i="1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r>
              <a:rPr lang="en-US" sz="1600" i="1" dirty="0">
                <a:solidFill>
                  <a:schemeClr val="tx1"/>
                </a:solidFill>
              </a:rPr>
              <a:t>Language</a:t>
            </a:r>
            <a:r>
              <a:rPr lang="en-US" sz="1600" dirty="0">
                <a:solidFill>
                  <a:schemeClr val="tx1"/>
                </a:solidFill>
              </a:rPr>
              <a:t> : Hindi &amp; Marathi</a:t>
            </a:r>
          </a:p>
          <a:p>
            <a:pPr marL="127000" indent="0">
              <a:spcBef>
                <a:spcPts val="0"/>
              </a:spcBef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r>
              <a:rPr lang="en-US" sz="1600" i="1" dirty="0">
                <a:solidFill>
                  <a:schemeClr val="tx1"/>
                </a:solidFill>
              </a:rPr>
              <a:t>Genre</a:t>
            </a:r>
            <a:r>
              <a:rPr lang="en-US" sz="1600" dirty="0">
                <a:solidFill>
                  <a:schemeClr val="tx1"/>
                </a:solidFill>
              </a:rPr>
              <a:t> : Action, Drama, History, Comedy, etc.</a:t>
            </a:r>
          </a:p>
          <a:p>
            <a:pPr marL="469900" indent="-342900">
              <a:spcBef>
                <a:spcPts val="0"/>
              </a:spcBef>
            </a:pPr>
            <a:endParaRPr lang="en-US" sz="1600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r>
              <a:rPr lang="en-US" sz="1600" i="1" dirty="0">
                <a:solidFill>
                  <a:schemeClr val="tx1"/>
                </a:solidFill>
              </a:rPr>
              <a:t>Timeline</a:t>
            </a:r>
            <a:r>
              <a:rPr lang="en-US" sz="1600" dirty="0">
                <a:solidFill>
                  <a:schemeClr val="tx1"/>
                </a:solidFill>
              </a:rPr>
              <a:t> : 1950-2023</a:t>
            </a:r>
          </a:p>
          <a:p>
            <a:pPr marL="469900" indent="-342900">
              <a:spcBef>
                <a:spcPts val="0"/>
              </a:spcBef>
            </a:pPr>
            <a:endParaRPr lang="en-US" sz="1600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r>
              <a:rPr lang="en-US" sz="1600" i="1" dirty="0">
                <a:solidFill>
                  <a:schemeClr val="tx1"/>
                </a:solidFill>
              </a:rPr>
              <a:t>Total Movies </a:t>
            </a:r>
            <a:r>
              <a:rPr lang="en-US" sz="1600" dirty="0">
                <a:solidFill>
                  <a:schemeClr val="tx1"/>
                </a:solidFill>
              </a:rPr>
              <a:t>: 2500</a:t>
            </a:r>
          </a:p>
          <a:p>
            <a:pPr marL="469900" indent="-342900">
              <a:spcBef>
                <a:spcPts val="0"/>
              </a:spcBef>
            </a:pPr>
            <a:endParaRPr lang="en-US" sz="1600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endParaRPr lang="en-US" sz="1600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705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CA07C4B4-24DF-9C79-3BE2-A404AED7A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635" y="291624"/>
            <a:ext cx="2056042" cy="872250"/>
          </a:xfrm>
        </p:spPr>
        <p:txBody>
          <a:bodyPr>
            <a:normAutofit fontScale="90000"/>
          </a:bodyPr>
          <a:lstStyle/>
          <a:p>
            <a:r>
              <a:rPr lang="en-US" sz="4200" dirty="0"/>
              <a:t>Output</a:t>
            </a:r>
            <a:br>
              <a:rPr lang="en-US" sz="3600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A693A4-28A3-CBE2-6A39-245DF37A6B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4" r="21848" b="29592"/>
          <a:stretch/>
        </p:blipFill>
        <p:spPr>
          <a:xfrm>
            <a:off x="3137209" y="150375"/>
            <a:ext cx="4386147" cy="4045783"/>
          </a:xfrm>
          <a:prstGeom prst="rect">
            <a:avLst/>
          </a:prstGeom>
        </p:spPr>
      </p:pic>
      <p:sp>
        <p:nvSpPr>
          <p:cNvPr id="3" name="Title 5">
            <a:extLst>
              <a:ext uri="{FF2B5EF4-FFF2-40B4-BE49-F238E27FC236}">
                <a16:creationId xmlns:a16="http://schemas.microsoft.com/office/drawing/2014/main" id="{9163955A-457A-1B90-BB29-B6BCB587752B}"/>
              </a:ext>
            </a:extLst>
          </p:cNvPr>
          <p:cNvSpPr txBox="1">
            <a:spLocks/>
          </p:cNvSpPr>
          <p:nvPr/>
        </p:nvSpPr>
        <p:spPr>
          <a:xfrm>
            <a:off x="274562" y="4415751"/>
            <a:ext cx="2056042" cy="661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  <a:defRPr sz="3600" b="0" i="0" u="none" strike="noStrike" cap="none">
                <a:solidFill>
                  <a:srgbClr val="595959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Link</a:t>
            </a:r>
            <a:endParaRPr lang="en-US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795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>
            <a:spLocks noGrp="1"/>
          </p:cNvSpPr>
          <p:nvPr>
            <p:ph type="title"/>
          </p:nvPr>
        </p:nvSpPr>
        <p:spPr>
          <a:xfrm>
            <a:off x="335851" y="249710"/>
            <a:ext cx="67698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</a:pPr>
            <a:r>
              <a:rPr lang="en-US" dirty="0"/>
              <a:t>Technology</a:t>
            </a:r>
            <a:endParaRPr dirty="0"/>
          </a:p>
        </p:txBody>
      </p:sp>
      <p:sp>
        <p:nvSpPr>
          <p:cNvPr id="181" name="Google Shape;181;p20"/>
          <p:cNvSpPr txBox="1">
            <a:spLocks noGrp="1"/>
          </p:cNvSpPr>
          <p:nvPr>
            <p:ph type="body" idx="1"/>
          </p:nvPr>
        </p:nvSpPr>
        <p:spPr>
          <a:xfrm>
            <a:off x="-1" y="1345692"/>
            <a:ext cx="5174533" cy="360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469900" indent="-342900">
              <a:spcBef>
                <a:spcPts val="0"/>
              </a:spcBef>
            </a:pPr>
            <a:r>
              <a:rPr lang="en-US" sz="1800" b="1" dirty="0">
                <a:solidFill>
                  <a:schemeClr val="tx1"/>
                </a:solidFill>
              </a:rPr>
              <a:t>Backend</a:t>
            </a:r>
            <a:r>
              <a:rPr lang="en-US" sz="1800" dirty="0">
                <a:solidFill>
                  <a:schemeClr val="tx1"/>
                </a:solidFill>
              </a:rPr>
              <a:t>: Flask (Python)</a:t>
            </a:r>
          </a:p>
          <a:p>
            <a:pPr marL="127000" indent="0">
              <a:spcBef>
                <a:spcPts val="0"/>
              </a:spcBef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r>
              <a:rPr lang="en-US" sz="1800" b="1" dirty="0">
                <a:solidFill>
                  <a:schemeClr val="tx1"/>
                </a:solidFill>
              </a:rPr>
              <a:t>Frontend</a:t>
            </a:r>
            <a:r>
              <a:rPr lang="en-US" sz="1800" dirty="0">
                <a:solidFill>
                  <a:schemeClr val="tx1"/>
                </a:solidFill>
              </a:rPr>
              <a:t>: React JS</a:t>
            </a:r>
          </a:p>
          <a:p>
            <a:pPr marL="127000" indent="0">
              <a:spcBef>
                <a:spcPts val="0"/>
              </a:spcBef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r>
              <a:rPr lang="en-US" sz="1800" b="1" dirty="0">
                <a:solidFill>
                  <a:schemeClr val="tx1"/>
                </a:solidFill>
              </a:rPr>
              <a:t>Machine Learning</a:t>
            </a:r>
            <a:r>
              <a:rPr lang="en-US" sz="1800" dirty="0">
                <a:solidFill>
                  <a:schemeClr val="tx1"/>
                </a:solidFill>
              </a:rPr>
              <a:t>: KNN, Scikit-Learn</a:t>
            </a:r>
          </a:p>
          <a:p>
            <a:pPr marL="127000" indent="0">
              <a:spcBef>
                <a:spcPts val="0"/>
              </a:spcBef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r>
              <a:rPr lang="en-US" sz="1800" b="1" dirty="0">
                <a:solidFill>
                  <a:schemeClr val="tx1"/>
                </a:solidFill>
              </a:rPr>
              <a:t>Data Preprocessing</a:t>
            </a:r>
            <a:r>
              <a:rPr lang="en-US" sz="1800" dirty="0">
                <a:solidFill>
                  <a:schemeClr val="tx1"/>
                </a:solidFill>
              </a:rPr>
              <a:t>: Bag of Words vectorization, Pandas</a:t>
            </a:r>
          </a:p>
          <a:p>
            <a:pPr marL="469900" indent="-342900">
              <a:spcBef>
                <a:spcPts val="0"/>
              </a:spcBef>
            </a:pPr>
            <a:endParaRPr lang="en-US" sz="1800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r>
              <a:rPr lang="en-US" sz="1800" b="1" dirty="0">
                <a:solidFill>
                  <a:schemeClr val="tx1"/>
                </a:solidFill>
              </a:rPr>
              <a:t>Deployment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en-US" sz="1800" dirty="0" err="1">
                <a:solidFill>
                  <a:schemeClr val="tx1"/>
                </a:solidFill>
              </a:rPr>
              <a:t>Vercel</a:t>
            </a:r>
            <a:r>
              <a:rPr lang="en-US" sz="1800" dirty="0">
                <a:solidFill>
                  <a:schemeClr val="tx1"/>
                </a:solidFill>
              </a:rPr>
              <a:t>, GitHub for version control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D2FAD2-0613-8B75-F730-E4F7F1A59706}"/>
              </a:ext>
            </a:extLst>
          </p:cNvPr>
          <p:cNvSpPr/>
          <p:nvPr/>
        </p:nvSpPr>
        <p:spPr>
          <a:xfrm>
            <a:off x="5226272" y="333660"/>
            <a:ext cx="3771900" cy="42976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65D3C6E-7BD7-BC30-D857-2DA4A168BE62}"/>
              </a:ext>
            </a:extLst>
          </p:cNvPr>
          <p:cNvGrpSpPr/>
          <p:nvPr/>
        </p:nvGrpSpPr>
        <p:grpSpPr>
          <a:xfrm>
            <a:off x="5062397" y="332922"/>
            <a:ext cx="3771900" cy="4238340"/>
            <a:chOff x="1566590" y="487680"/>
            <a:chExt cx="4715025" cy="3983654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0F340D24-1EBD-324B-86E6-A86D247735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6590" y="487680"/>
              <a:ext cx="2086317" cy="13148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4" descr="Flask 3 Release &amp; Free Samples | AppSeed Blog">
              <a:extLst>
                <a:ext uri="{FF2B5EF4-FFF2-40B4-BE49-F238E27FC236}">
                  <a16:creationId xmlns:a16="http://schemas.microsoft.com/office/drawing/2014/main" id="{7E090B70-2055-E681-B3FF-1FF9AE0DEF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9551" y="568040"/>
              <a:ext cx="2264898" cy="1543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6">
              <a:extLst>
                <a:ext uri="{FF2B5EF4-FFF2-40B4-BE49-F238E27FC236}">
                  <a16:creationId xmlns:a16="http://schemas.microsoft.com/office/drawing/2014/main" id="{C87921E9-BB9E-F4CF-0EF9-B3F842C9B4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2809" y="1739443"/>
              <a:ext cx="1908806" cy="1361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8">
              <a:extLst>
                <a:ext uri="{FF2B5EF4-FFF2-40B4-BE49-F238E27FC236}">
                  <a16:creationId xmlns:a16="http://schemas.microsoft.com/office/drawing/2014/main" id="{DFC6AAEB-0315-0EEE-2350-2716053CAD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5423" y="1955482"/>
              <a:ext cx="2061402" cy="136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>
              <a:extLst>
                <a:ext uri="{FF2B5EF4-FFF2-40B4-BE49-F238E27FC236}">
                  <a16:creationId xmlns:a16="http://schemas.microsoft.com/office/drawing/2014/main" id="{F2583B79-4C3E-4C37-3511-9B153A7435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1256" y="3268624"/>
              <a:ext cx="1830499" cy="1202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Picture 10">
            <a:extLst>
              <a:ext uri="{FF2B5EF4-FFF2-40B4-BE49-F238E27FC236}">
                <a16:creationId xmlns:a16="http://schemas.microsoft.com/office/drawing/2014/main" id="{F08B333B-CFA7-86EC-BE0D-B383BCB31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816" y="2985319"/>
            <a:ext cx="2322137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8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</a:pPr>
            <a:r>
              <a:rPr lang="en-US"/>
              <a:t>Expected Outcome</a:t>
            </a:r>
            <a:endParaRPr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994DC20-7275-DD78-3923-51F9F8397C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1214018"/>
              </p:ext>
            </p:extLst>
          </p:nvPr>
        </p:nvGraphicFramePr>
        <p:xfrm>
          <a:off x="884162" y="1647621"/>
          <a:ext cx="6769800" cy="289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8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body" idx="1"/>
          </p:nvPr>
        </p:nvSpPr>
        <p:spPr>
          <a:xfrm>
            <a:off x="426962" y="1777999"/>
            <a:ext cx="6769800" cy="28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 fontScale="85000" lnSpcReduction="20000"/>
          </a:bodyPr>
          <a:lstStyle/>
          <a:p>
            <a:pPr marL="469900" indent="-342900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Combines feature extraction and similarity measures for movie recommendations.</a:t>
            </a:r>
          </a:p>
          <a:p>
            <a:pPr marL="469900" indent="-34290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Utilizes Bag of Words and cosine similarity for efficient initial deployment.</a:t>
            </a:r>
          </a:p>
          <a:p>
            <a:pPr marL="469900" indent="-34290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Introduces collaborative filtering with K-Nearest Neighbors (KNN) to enhance recommendations based on user behavior.</a:t>
            </a:r>
          </a:p>
          <a:p>
            <a:pPr marL="469900" indent="-34290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Built with a Flask backend and React frontend.</a:t>
            </a:r>
          </a:p>
          <a:p>
            <a:pPr marL="469900" indent="-34290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469900" indent="-342900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Deployed on </a:t>
            </a:r>
            <a:r>
              <a:rPr lang="en-US" dirty="0" err="1">
                <a:solidFill>
                  <a:schemeClr val="tx1"/>
                </a:solidFill>
              </a:rPr>
              <a:t>Vercel</a:t>
            </a:r>
            <a:r>
              <a:rPr lang="en-US" dirty="0">
                <a:solidFill>
                  <a:schemeClr val="tx1"/>
                </a:solidFill>
              </a:rPr>
              <a:t> for accessibility and scalability.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>
            <a:spLocks noGrp="1"/>
          </p:cNvSpPr>
          <p:nvPr>
            <p:ph type="title"/>
          </p:nvPr>
        </p:nvSpPr>
        <p:spPr>
          <a:xfrm>
            <a:off x="660516" y="487568"/>
            <a:ext cx="2157489" cy="632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</a:pPr>
            <a:r>
              <a:rPr lang="en-US" dirty="0"/>
              <a:t>Timeline</a:t>
            </a:r>
            <a:endParaRPr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620E4113-2870-286B-6834-FC4E2BBBE7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5590435"/>
              </p:ext>
            </p:extLst>
          </p:nvPr>
        </p:nvGraphicFramePr>
        <p:xfrm>
          <a:off x="74341" y="949402"/>
          <a:ext cx="8995317" cy="3922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>
          <a:extLst>
            <a:ext uri="{FF2B5EF4-FFF2-40B4-BE49-F238E27FC236}">
              <a16:creationId xmlns:a16="http://schemas.microsoft.com/office/drawing/2014/main" id="{D4B43B43-47FC-CD0B-3E63-15D5E1504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>
            <a:extLst>
              <a:ext uri="{FF2B5EF4-FFF2-40B4-BE49-F238E27FC236}">
                <a16:creationId xmlns:a16="http://schemas.microsoft.com/office/drawing/2014/main" id="{E837FE74-2D5B-DAA7-4846-75E23ECC83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6577" y="325739"/>
            <a:ext cx="2541492" cy="102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800"/>
              <a:buNone/>
            </a:pPr>
            <a:r>
              <a:rPr lang="en-US" sz="4800" b="1" dirty="0"/>
              <a:t>Result</a:t>
            </a:r>
            <a:endParaRPr sz="4800" b="1" dirty="0"/>
          </a:p>
        </p:txBody>
      </p:sp>
    </p:spTree>
    <p:extLst>
      <p:ext uri="{BB962C8B-B14F-4D97-AF65-F5344CB8AC3E}">
        <p14:creationId xmlns:p14="http://schemas.microsoft.com/office/powerpoint/2010/main" val="1829045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>
            <a:spLocks noGrp="1"/>
          </p:cNvSpPr>
          <p:nvPr>
            <p:ph type="title"/>
          </p:nvPr>
        </p:nvSpPr>
        <p:spPr>
          <a:xfrm>
            <a:off x="426961" y="599079"/>
            <a:ext cx="67698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Titillium Web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body" idx="1"/>
          </p:nvPr>
        </p:nvSpPr>
        <p:spPr>
          <a:xfrm>
            <a:off x="640322" y="1303020"/>
            <a:ext cx="6769800" cy="3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127000" indent="0">
              <a:spcBef>
                <a:spcPts val="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</a:rPr>
              <a:t>[1]. </a:t>
            </a:r>
            <a:r>
              <a:rPr lang="en-US" sz="1200" dirty="0" err="1">
                <a:solidFill>
                  <a:schemeClr val="tx1"/>
                </a:solidFill>
                <a:latin typeface="Titillium Web" panose="00000500000000000000" pitchFamily="2" charset="0"/>
              </a:rPr>
              <a:t>C.M.Surushe</a:t>
            </a: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Titillium Web" panose="00000500000000000000" pitchFamily="2" charset="0"/>
              </a:rPr>
              <a:t>S.R.Tathe</a:t>
            </a: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</a:rPr>
              <a:t>, Ms. K. R. </a:t>
            </a:r>
            <a:r>
              <a:rPr lang="en-US" sz="1200" dirty="0" err="1">
                <a:solidFill>
                  <a:schemeClr val="tx1"/>
                </a:solidFill>
                <a:latin typeface="Titillium Web" panose="00000500000000000000" pitchFamily="2" charset="0"/>
              </a:rPr>
              <a:t>Ghule</a:t>
            </a: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</a:rPr>
              <a:t> , “Movie Recommendation System,” International Journal For Multidisciplinary Research (IJFMR), vol. 9, no. 1, Jan. 2023, pp. 210-215.</a:t>
            </a:r>
          </a:p>
          <a:p>
            <a:pPr marL="127000" indent="0">
              <a:spcBef>
                <a:spcPts val="0"/>
              </a:spcBef>
              <a:buNone/>
            </a:pPr>
            <a:endParaRPr lang="en-US" sz="1200" b="0" dirty="0">
              <a:solidFill>
                <a:schemeClr val="tx1"/>
              </a:solidFill>
              <a:effectLst/>
              <a:latin typeface="Titillium Web" panose="00000500000000000000" pitchFamily="2" charset="0"/>
              <a:ea typeface="Cambria" panose="02040503050406030204" pitchFamily="18" charset="0"/>
            </a:endParaRPr>
          </a:p>
          <a:p>
            <a:pPr marL="127000" indent="0">
              <a:spcBef>
                <a:spcPts val="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  <a:ea typeface="Cambria" panose="02040503050406030204" pitchFamily="18" charset="0"/>
              </a:rPr>
              <a:t>[2]. </a:t>
            </a: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</a:rPr>
              <a:t>S. </a:t>
            </a:r>
            <a:r>
              <a:rPr lang="en-US" sz="1200" dirty="0" err="1">
                <a:solidFill>
                  <a:schemeClr val="tx1"/>
                </a:solidFill>
                <a:latin typeface="Titillium Web" panose="00000500000000000000" pitchFamily="2" charset="0"/>
              </a:rPr>
              <a:t>Basak</a:t>
            </a: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</a:rPr>
              <a:t>, S. Pandey, </a:t>
            </a:r>
            <a:r>
              <a:rPr lang="en-US" sz="1200" dirty="0" err="1">
                <a:solidFill>
                  <a:schemeClr val="tx1"/>
                </a:solidFill>
                <a:latin typeface="Titillium Web" panose="00000500000000000000" pitchFamily="2" charset="0"/>
              </a:rPr>
              <a:t>S.D.Chowdhury</a:t>
            </a: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</a:rPr>
              <a:t>, T. Gayen “MOVIE RECOMMENDATION SYSTEM USING HYBRID-BASED MODEL,” IEM Group, 2024, pp. 150-155..</a:t>
            </a:r>
          </a:p>
          <a:p>
            <a:pPr marL="127000" indent="0">
              <a:spcBef>
                <a:spcPts val="0"/>
              </a:spcBef>
              <a:buNone/>
            </a:pPr>
            <a:endParaRPr lang="en-US" sz="1200" b="0" dirty="0">
              <a:solidFill>
                <a:schemeClr val="tx1"/>
              </a:solidFill>
              <a:effectLst/>
              <a:latin typeface="Titillium Web" panose="00000500000000000000" pitchFamily="2" charset="0"/>
              <a:ea typeface="Cambria" panose="02040503050406030204" pitchFamily="18" charset="0"/>
            </a:endParaRPr>
          </a:p>
          <a:p>
            <a:pPr marL="10160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  <a:ea typeface="Cambria" panose="02040503050406030204" pitchFamily="18" charset="0"/>
              </a:rPr>
              <a:t>[3]. </a:t>
            </a:r>
            <a:r>
              <a:rPr lang="en-US" sz="1200" b="0" dirty="0" err="1"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Shaurya</a:t>
            </a:r>
            <a:r>
              <a:rPr lang="en-US" sz="1200" b="0" dirty="0"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Gupta, Satyam Mishra, Pranav Pandey</a:t>
            </a: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</a:rPr>
              <a:t>, “</a:t>
            </a:r>
            <a:r>
              <a:rPr lang="en-US" sz="1200" b="0" dirty="0"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Recommendation Systems: Methods and </a:t>
            </a:r>
          </a:p>
          <a:p>
            <a:pPr marL="101600" indent="0" algn="l">
              <a:buNone/>
            </a:pPr>
            <a:r>
              <a:rPr lang="en-US" sz="1200" b="0" dirty="0"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Evaluation</a:t>
            </a: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</a:rPr>
              <a:t>,” </a:t>
            </a:r>
            <a:r>
              <a:rPr lang="en-US" sz="1200" dirty="0" err="1">
                <a:solidFill>
                  <a:schemeClr val="tx1"/>
                </a:solidFill>
                <a:latin typeface="Titillium Web" panose="00000500000000000000" pitchFamily="2" charset="0"/>
              </a:rPr>
              <a:t>Studocu</a:t>
            </a: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</a:rPr>
              <a:t>, 2022, pp. 90-95.</a:t>
            </a:r>
          </a:p>
          <a:p>
            <a:pPr marL="127000" indent="0">
              <a:spcBef>
                <a:spcPts val="0"/>
              </a:spcBef>
              <a:buNone/>
            </a:pPr>
            <a:endParaRPr lang="en-US" sz="1200" b="0" dirty="0">
              <a:solidFill>
                <a:schemeClr val="tx1"/>
              </a:solidFill>
              <a:effectLst/>
              <a:latin typeface="Titillium Web" panose="00000500000000000000" pitchFamily="2" charset="0"/>
              <a:ea typeface="Cambria" panose="02040503050406030204" pitchFamily="18" charset="0"/>
            </a:endParaRPr>
          </a:p>
          <a:p>
            <a:pPr marL="127000" indent="0">
              <a:spcBef>
                <a:spcPts val="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  <a:ea typeface="Cambria" panose="02040503050406030204" pitchFamily="18" charset="0"/>
              </a:rPr>
              <a:t>[4]. </a:t>
            </a: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</a:rPr>
              <a:t>Nirbhay Singh </a:t>
            </a:r>
            <a:r>
              <a:rPr lang="en-US" sz="1200" dirty="0" err="1">
                <a:solidFill>
                  <a:schemeClr val="tx1"/>
                </a:solidFill>
                <a:latin typeface="Titillium Web" panose="00000500000000000000" pitchFamily="2" charset="0"/>
              </a:rPr>
              <a:t>Sanket</a:t>
            </a: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itillium Web" panose="00000500000000000000" pitchFamily="2" charset="0"/>
              </a:rPr>
              <a:t>Bhokare</a:t>
            </a: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</a:rPr>
              <a:t> Mayur Shah, “Enhanced KNN Algorithm for Movie Recommendation System,” International Journal of Novel Research and Development (IJNRD), vol. 8, no. 4, April 2023, pp. 680-685.</a:t>
            </a:r>
            <a:endParaRPr lang="en-US" sz="1200" b="0" dirty="0">
              <a:solidFill>
                <a:schemeClr val="tx1"/>
              </a:solidFill>
              <a:effectLst/>
              <a:latin typeface="Titillium Web" panose="00000500000000000000" pitchFamily="2" charset="0"/>
              <a:ea typeface="Cambria" panose="02040503050406030204" pitchFamily="18" charset="0"/>
            </a:endParaRPr>
          </a:p>
          <a:p>
            <a:pPr marL="127000" indent="0">
              <a:spcBef>
                <a:spcPts val="0"/>
              </a:spcBef>
              <a:buNone/>
            </a:pPr>
            <a:endParaRPr lang="en-US" sz="1200" b="0" dirty="0">
              <a:solidFill>
                <a:schemeClr val="tx1"/>
              </a:solidFill>
              <a:effectLst/>
              <a:latin typeface="Titillium Web" panose="00000500000000000000" pitchFamily="2" charset="0"/>
              <a:ea typeface="Cambria" panose="02040503050406030204" pitchFamily="18" charset="0"/>
            </a:endParaRPr>
          </a:p>
          <a:p>
            <a:pPr marL="127000" indent="0">
              <a:spcBef>
                <a:spcPts val="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  <a:ea typeface="Cambria" panose="02040503050406030204" pitchFamily="18" charset="0"/>
              </a:rPr>
              <a:t>[5]. Gopal Behera and Neeta Nain</a:t>
            </a:r>
            <a:r>
              <a:rPr lang="en-US" sz="1200" dirty="0">
                <a:solidFill>
                  <a:schemeClr val="tx1"/>
                </a:solidFill>
                <a:latin typeface="Titillium Web" panose="00000500000000000000" pitchFamily="2" charset="0"/>
              </a:rPr>
              <a:t>, “Collaborative Filtering with Temporal Features for Movie Recommendation System,” Procedia Computer Science, vol. 215, Jan. 2023, pp. 307-315.</a:t>
            </a:r>
            <a:endParaRPr lang="en-US" sz="1200" b="0" dirty="0">
              <a:solidFill>
                <a:schemeClr val="tx1"/>
              </a:solidFill>
              <a:effectLst/>
              <a:latin typeface="Titillium Web" panose="00000500000000000000" pitchFamily="2" charset="0"/>
              <a:ea typeface="Cambria" panose="02040503050406030204" pitchFamily="18" charset="0"/>
            </a:endParaRPr>
          </a:p>
          <a:p>
            <a:pPr marL="127000" indent="0">
              <a:spcBef>
                <a:spcPts val="0"/>
              </a:spcBef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>
            <a:spLocks noGrp="1"/>
          </p:cNvSpPr>
          <p:nvPr>
            <p:ph type="body" idx="1"/>
          </p:nvPr>
        </p:nvSpPr>
        <p:spPr>
          <a:xfrm>
            <a:off x="1249922" y="1976119"/>
            <a:ext cx="6769705" cy="2896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800"/>
              <a:buNone/>
            </a:pPr>
            <a:r>
              <a:rPr lang="en-US" sz="4800" b="1" dirty="0"/>
              <a:t>Thank You</a:t>
            </a:r>
            <a:endParaRPr sz="4800" b="1" dirty="0"/>
          </a:p>
        </p:txBody>
      </p:sp>
    </p:spTree>
    <p:extLst>
      <p:ext uri="{BB962C8B-B14F-4D97-AF65-F5344CB8AC3E}">
        <p14:creationId xmlns:p14="http://schemas.microsoft.com/office/powerpoint/2010/main" val="2008764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>
          <a:extLst>
            <a:ext uri="{FF2B5EF4-FFF2-40B4-BE49-F238E27FC236}">
              <a16:creationId xmlns:a16="http://schemas.microsoft.com/office/drawing/2014/main" id="{254251B6-C895-9E4B-4188-2C195757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>
            <a:extLst>
              <a:ext uri="{FF2B5EF4-FFF2-40B4-BE49-F238E27FC236}">
                <a16:creationId xmlns:a16="http://schemas.microsoft.com/office/drawing/2014/main" id="{3A6129E3-A59C-34F5-98FD-4608CE4997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039" y="16641"/>
            <a:ext cx="2676292" cy="87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800"/>
              <a:buNone/>
            </a:pPr>
            <a:r>
              <a:rPr lang="en-US" sz="4800" b="1" dirty="0"/>
              <a:t>Working</a:t>
            </a:r>
            <a:endParaRPr sz="4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45CF0-78DB-D984-4DE4-79E1CF4E6E45}"/>
              </a:ext>
            </a:extLst>
          </p:cNvPr>
          <p:cNvSpPr txBox="1"/>
          <p:nvPr/>
        </p:nvSpPr>
        <p:spPr>
          <a:xfrm>
            <a:off x="152399" y="1006219"/>
            <a:ext cx="2475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Content Based Filtering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DE18EC-CE22-E617-A975-065C21716A3B}"/>
              </a:ext>
            </a:extLst>
          </p:cNvPr>
          <p:cNvSpPr txBox="1"/>
          <p:nvPr/>
        </p:nvSpPr>
        <p:spPr>
          <a:xfrm>
            <a:off x="2430966" y="1012334"/>
            <a:ext cx="63636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Titillium Web" panose="00000500000000000000" pitchFamily="2" charset="0"/>
              </a:rPr>
              <a:t>'overview': ["A superhero saves the world", "A superhero faces challenges"]</a:t>
            </a:r>
          </a:p>
          <a:p>
            <a:endParaRPr lang="en-US" dirty="0">
              <a:solidFill>
                <a:srgbClr val="202124"/>
              </a:solidFill>
              <a:latin typeface="Titillium Web" panose="00000500000000000000" pitchFamily="2" charset="0"/>
            </a:endParaRP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Titillium Web" panose="00000500000000000000" pitchFamily="2" charset="0"/>
              </a:rPr>
              <a:t>Vocabulary: ['challenges', 'faces', 'saves', 'superhero', 'world’] </a:t>
            </a:r>
          </a:p>
          <a:p>
            <a:endParaRPr lang="en-US" dirty="0">
              <a:solidFill>
                <a:srgbClr val="202124"/>
              </a:solidFill>
              <a:latin typeface="Titillium Web" panose="00000500000000000000" pitchFamily="2" charset="0"/>
            </a:endParaRP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Titillium Web" panose="00000500000000000000" pitchFamily="2" charset="0"/>
              </a:rPr>
              <a:t>Movie 1: [0, 0, 1, 1, 1] # "saves", "superhero", "world“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Titillium Web" panose="00000500000000000000" pitchFamily="2" charset="0"/>
              </a:rPr>
              <a:t>Movie 2: [1, 1, 0, 1, 0] # "challenges", "faces", "superhero“</a:t>
            </a:r>
          </a:p>
          <a:p>
            <a:endParaRPr lang="en-US" dirty="0">
              <a:solidFill>
                <a:srgbClr val="202124"/>
              </a:solidFill>
              <a:latin typeface="Titillium Web" panose="00000500000000000000" pitchFamily="2" charset="0"/>
            </a:endParaRP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Titillium Web" panose="00000500000000000000" pitchFamily="2" charset="0"/>
              </a:rPr>
              <a:t>Cosine Similarity= Dot Product / ( ∥Movie1∥×∥Movie2∥ ) </a:t>
            </a:r>
            <a:endParaRPr lang="en-US" dirty="0">
              <a:latin typeface="Titillium Web" panose="00000500000000000000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796150-7770-EB3C-3798-550F1EC6B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170322"/>
              </p:ext>
            </p:extLst>
          </p:nvPr>
        </p:nvGraphicFramePr>
        <p:xfrm>
          <a:off x="2077845" y="3143457"/>
          <a:ext cx="3910360" cy="1223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7590">
                  <a:extLst>
                    <a:ext uri="{9D8B030D-6E8A-4147-A177-3AD203B41FA5}">
                      <a16:colId xmlns:a16="http://schemas.microsoft.com/office/drawing/2014/main" val="3177013913"/>
                    </a:ext>
                  </a:extLst>
                </a:gridCol>
                <a:gridCol w="977590">
                  <a:extLst>
                    <a:ext uri="{9D8B030D-6E8A-4147-A177-3AD203B41FA5}">
                      <a16:colId xmlns:a16="http://schemas.microsoft.com/office/drawing/2014/main" val="1366744806"/>
                    </a:ext>
                  </a:extLst>
                </a:gridCol>
                <a:gridCol w="977590">
                  <a:extLst>
                    <a:ext uri="{9D8B030D-6E8A-4147-A177-3AD203B41FA5}">
                      <a16:colId xmlns:a16="http://schemas.microsoft.com/office/drawing/2014/main" val="2326271122"/>
                    </a:ext>
                  </a:extLst>
                </a:gridCol>
                <a:gridCol w="977590">
                  <a:extLst>
                    <a:ext uri="{9D8B030D-6E8A-4147-A177-3AD203B41FA5}">
                      <a16:colId xmlns:a16="http://schemas.microsoft.com/office/drawing/2014/main" val="3641474839"/>
                    </a:ext>
                  </a:extLst>
                </a:gridCol>
              </a:tblGrid>
              <a:tr h="3058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518099"/>
                  </a:ext>
                </a:extLst>
              </a:tr>
              <a:tr h="3058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347612"/>
                  </a:ext>
                </a:extLst>
              </a:tr>
              <a:tr h="3058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943931"/>
                  </a:ext>
                </a:extLst>
              </a:tr>
              <a:tr h="3058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1334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E3CC3F-7AB4-5037-C60E-1B92CCDC1E4F}"/>
              </a:ext>
            </a:extLst>
          </p:cNvPr>
          <p:cNvSpPr txBox="1"/>
          <p:nvPr/>
        </p:nvSpPr>
        <p:spPr>
          <a:xfrm>
            <a:off x="3120485" y="2863127"/>
            <a:ext cx="2018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Cosine Score Matrix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18D4A9-517B-61EA-D453-96D687478654}"/>
              </a:ext>
            </a:extLst>
          </p:cNvPr>
          <p:cNvSpPr txBox="1"/>
          <p:nvPr/>
        </p:nvSpPr>
        <p:spPr>
          <a:xfrm>
            <a:off x="256477" y="4458013"/>
            <a:ext cx="8538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tillium Web" panose="00000500000000000000" pitchFamily="2" charset="0"/>
              </a:rPr>
              <a:t>Then we will return top 10 movies on the basis of decreasing order of cosine score except the target movie.</a:t>
            </a:r>
          </a:p>
        </p:txBody>
      </p:sp>
    </p:spTree>
    <p:extLst>
      <p:ext uri="{BB962C8B-B14F-4D97-AF65-F5344CB8AC3E}">
        <p14:creationId xmlns:p14="http://schemas.microsoft.com/office/powerpoint/2010/main" val="309541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>
          <a:extLst>
            <a:ext uri="{FF2B5EF4-FFF2-40B4-BE49-F238E27FC236}">
              <a16:creationId xmlns:a16="http://schemas.microsoft.com/office/drawing/2014/main" id="{77225B07-8ED2-BBE6-3383-A3548C2F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>
            <a:extLst>
              <a:ext uri="{FF2B5EF4-FFF2-40B4-BE49-F238E27FC236}">
                <a16:creationId xmlns:a16="http://schemas.microsoft.com/office/drawing/2014/main" id="{91386191-E36F-1797-E6A8-72EB7A4F0B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039" y="16641"/>
            <a:ext cx="2676292" cy="87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36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800"/>
              <a:buNone/>
            </a:pPr>
            <a:r>
              <a:rPr lang="en-US" sz="4800" b="1" dirty="0"/>
              <a:t>Working</a:t>
            </a:r>
            <a:endParaRPr sz="4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F8560-2E14-C24E-C67F-32CD9C2DC002}"/>
              </a:ext>
            </a:extLst>
          </p:cNvPr>
          <p:cNvSpPr txBox="1"/>
          <p:nvPr/>
        </p:nvSpPr>
        <p:spPr>
          <a:xfrm>
            <a:off x="152399" y="1006219"/>
            <a:ext cx="2887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Collaborative Based Filtering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702D44-604E-FE8F-2E53-F47B8DAD3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932632"/>
              </p:ext>
            </p:extLst>
          </p:nvPr>
        </p:nvGraphicFramePr>
        <p:xfrm>
          <a:off x="1665438" y="1710930"/>
          <a:ext cx="6076482" cy="202759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54531">
                  <a:extLst>
                    <a:ext uri="{9D8B030D-6E8A-4147-A177-3AD203B41FA5}">
                      <a16:colId xmlns:a16="http://schemas.microsoft.com/office/drawing/2014/main" val="2492685372"/>
                    </a:ext>
                  </a:extLst>
                </a:gridCol>
                <a:gridCol w="984391">
                  <a:extLst>
                    <a:ext uri="{9D8B030D-6E8A-4147-A177-3AD203B41FA5}">
                      <a16:colId xmlns:a16="http://schemas.microsoft.com/office/drawing/2014/main" val="1168406031"/>
                    </a:ext>
                  </a:extLst>
                </a:gridCol>
                <a:gridCol w="1020849">
                  <a:extLst>
                    <a:ext uri="{9D8B030D-6E8A-4147-A177-3AD203B41FA5}">
                      <a16:colId xmlns:a16="http://schemas.microsoft.com/office/drawing/2014/main" val="2436294205"/>
                    </a:ext>
                  </a:extLst>
                </a:gridCol>
                <a:gridCol w="1020849">
                  <a:extLst>
                    <a:ext uri="{9D8B030D-6E8A-4147-A177-3AD203B41FA5}">
                      <a16:colId xmlns:a16="http://schemas.microsoft.com/office/drawing/2014/main" val="1074123427"/>
                    </a:ext>
                  </a:extLst>
                </a:gridCol>
                <a:gridCol w="947931">
                  <a:extLst>
                    <a:ext uri="{9D8B030D-6E8A-4147-A177-3AD203B41FA5}">
                      <a16:colId xmlns:a16="http://schemas.microsoft.com/office/drawing/2014/main" val="3307114120"/>
                    </a:ext>
                  </a:extLst>
                </a:gridCol>
                <a:gridCol w="947931">
                  <a:extLst>
                    <a:ext uri="{9D8B030D-6E8A-4147-A177-3AD203B41FA5}">
                      <a16:colId xmlns:a16="http://schemas.microsoft.com/office/drawing/2014/main" val="2416161945"/>
                    </a:ext>
                  </a:extLst>
                </a:gridCol>
              </a:tblGrid>
              <a:tr h="5035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User/Movie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Movie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Movie B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Movie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Movie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Movie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198119"/>
                  </a:ext>
                </a:extLst>
              </a:tr>
              <a:tr h="2962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576685"/>
                  </a:ext>
                </a:extLst>
              </a:tr>
              <a:tr h="2962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680561"/>
                  </a:ext>
                </a:extLst>
              </a:tr>
              <a:tr h="2962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650428"/>
                  </a:ext>
                </a:extLst>
              </a:tr>
              <a:tr h="2962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136715"/>
                  </a:ext>
                </a:extLst>
              </a:tr>
              <a:tr h="2962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20613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14039E9-7701-6274-B1B3-F30ABA6199F2}"/>
              </a:ext>
            </a:extLst>
          </p:cNvPr>
          <p:cNvSpPr txBox="1"/>
          <p:nvPr/>
        </p:nvSpPr>
        <p:spPr>
          <a:xfrm>
            <a:off x="1390185" y="3946088"/>
            <a:ext cx="50441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tillium Web" panose="00000500000000000000" pitchFamily="2" charset="0"/>
              </a:rPr>
              <a:t>Get similar users using cosine similarity.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tillium Web" panose="00000500000000000000" pitchFamily="2" charset="0"/>
              </a:rPr>
              <a:t>Calculate the avg rating for each movie across similar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tillium Web" panose="00000500000000000000" pitchFamily="2" charset="0"/>
              </a:rPr>
              <a:t>Filter out movies already rated by the target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tillium Web" panose="00000500000000000000" pitchFamily="2" charset="0"/>
              </a:rPr>
              <a:t>Sort and Recommend movies.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61C242-75AB-24CA-32BC-23EF259D730D}"/>
              </a:ext>
            </a:extLst>
          </p:cNvPr>
          <p:cNvSpPr txBox="1"/>
          <p:nvPr/>
        </p:nvSpPr>
        <p:spPr>
          <a:xfrm>
            <a:off x="3912257" y="1453262"/>
            <a:ext cx="1870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User-Movie Matrix</a:t>
            </a:r>
          </a:p>
        </p:txBody>
      </p:sp>
    </p:spTree>
    <p:extLst>
      <p:ext uri="{BB962C8B-B14F-4D97-AF65-F5344CB8AC3E}">
        <p14:creationId xmlns:p14="http://schemas.microsoft.com/office/powerpoint/2010/main" val="954999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>
          <a:extLst>
            <a:ext uri="{FF2B5EF4-FFF2-40B4-BE49-F238E27FC236}">
              <a16:creationId xmlns:a16="http://schemas.microsoft.com/office/drawing/2014/main" id="{5C0F9E59-19C6-2A50-8674-8988BFABF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ABF329-9CE8-3CD3-BBE8-7625A48E91DB}"/>
                  </a:ext>
                </a:extLst>
              </p:cNvPr>
              <p:cNvSpPr txBox="1"/>
              <p:nvPr/>
            </p:nvSpPr>
            <p:spPr>
              <a:xfrm>
                <a:off x="1722120" y="909683"/>
                <a:ext cx="5699760" cy="2341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i="0" dirty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</a:rPr>
                  <a:t>User 1's vector is [5, 3, 0, 0, 4]          User 2's vector is [4, 0, 0, 5, 1]</a:t>
                </a:r>
              </a:p>
              <a:p>
                <a:endParaRPr lang="en-US" dirty="0">
                  <a:solidFill>
                    <a:srgbClr val="202124"/>
                  </a:solidFill>
                  <a:latin typeface="Roboto" panose="02000000000000000000" pitchFamily="2" charset="0"/>
                </a:endParaRPr>
              </a:p>
              <a:p>
                <a:r>
                  <a:rPr lang="en-US" dirty="0">
                    <a:solidFill>
                      <a:srgbClr val="202124"/>
                    </a:solidFill>
                    <a:latin typeface="Roboto" panose="02000000000000000000" pitchFamily="2" charset="0"/>
                  </a:rPr>
                  <a:t>             A . B = (5x4) + (3x0) + (0x0) + (0x5) + (4x1)  = 24</a:t>
                </a:r>
              </a:p>
              <a:p>
                <a:endParaRPr lang="en-US" dirty="0">
                  <a:solidFill>
                    <a:srgbClr val="202124"/>
                  </a:solidFill>
                  <a:latin typeface="Roboto" panose="02000000000000000000" pitchFamily="2" charset="0"/>
                </a:endParaRPr>
              </a:p>
              <a:p>
                <a:r>
                  <a:rPr lang="en-US" dirty="0">
                    <a:solidFill>
                      <a:srgbClr val="202124"/>
                    </a:solidFill>
                    <a:latin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20212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</m:t>
                    </m:r>
                    <m:d>
                      <m:dPr>
                        <m:begChr m:val="|"/>
                        <m:endChr m:val="|"/>
                        <m:ctrlPr>
                          <a:rPr lang="en-US" b="0" i="0" smtClean="0">
                            <a:solidFill>
                              <a:srgbClr val="2021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0" smtClean="0">
                                <a:solidFill>
                                  <a:srgbClr val="20212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20212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rgbClr val="20212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2021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/>
                          <m:t>(5</m:t>
                        </m:r>
                        <m:r>
                          <m:rPr>
                            <m:nor/>
                          </m:rPr>
                          <a:rPr lang="en-US" smtClean="0"/>
                          <m:t>^</m:t>
                        </m:r>
                        <m:r>
                          <m:rPr>
                            <m:nor/>
                          </m:rPr>
                          <a:rPr lang="en-US"/>
                          <m:t>2)+(3^2)+(0^2)+(0^2)+(4^2)</m:t>
                        </m:r>
                      </m:e>
                    </m:rad>
                  </m:oMath>
                </a14:m>
                <a:r>
                  <a:rPr lang="en-US" dirty="0"/>
                  <a:t>  = 7.07</a:t>
                </a:r>
              </a:p>
              <a:p>
                <a:endParaRPr lang="en-US" b="1" dirty="0"/>
              </a:p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  ||B||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2021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/>
                          <m:t>(</m:t>
                        </m:r>
                        <m:r>
                          <m:rPr>
                            <m:nor/>
                          </m:rPr>
                          <a:rPr lang="en-US" b="0" i="0" smtClean="0"/>
                          <m:t>4</m:t>
                        </m:r>
                        <m:r>
                          <m:rPr>
                            <m:nor/>
                          </m:rPr>
                          <a:rPr lang="en-US"/>
                          <m:t>^2)+(</m:t>
                        </m:r>
                        <m:r>
                          <m:rPr>
                            <m:nor/>
                          </m:rPr>
                          <a:rPr lang="en-US" b="0" i="0" smtClean="0"/>
                          <m:t>0</m:t>
                        </m:r>
                        <m:r>
                          <m:rPr>
                            <m:nor/>
                          </m:rPr>
                          <a:rPr lang="en-US"/>
                          <m:t>^2)+(0^2)+(</m:t>
                        </m:r>
                        <m:r>
                          <m:rPr>
                            <m:nor/>
                          </m:rPr>
                          <a:rPr lang="en-US" b="0" i="0" smtClean="0"/>
                          <m:t>5</m:t>
                        </m:r>
                        <m:r>
                          <m:rPr>
                            <m:nor/>
                          </m:rPr>
                          <a:rPr lang="en-US"/>
                          <m:t>^2)+(</m:t>
                        </m:r>
                        <m:r>
                          <m:rPr>
                            <m:nor/>
                          </m:rPr>
                          <a:rPr lang="en-US" b="0" i="0" smtClean="0"/>
                          <m:t>1</m:t>
                        </m:r>
                        <m:r>
                          <m:rPr>
                            <m:nor/>
                          </m:rPr>
                          <a:rPr lang="en-US"/>
                          <m:t>^2)</m:t>
                        </m:r>
                        <m:r>
                          <m:rPr>
                            <m:nor/>
                          </m:rPr>
                          <a:rPr lang="en-US" b="0" i="0" smtClean="0"/>
                          <m:t>  </m:t>
                        </m:r>
                      </m:e>
                    </m:rad>
                    <m:r>
                      <m:rPr>
                        <m:nor/>
                      </m:rPr>
                      <a:rPr lang="en-US" b="0" i="0" smtClean="0"/>
                      <m:t>=  6.48</m:t>
                    </m:r>
                  </m:oMath>
                </a14:m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              Similarity Score = </a:t>
                </a:r>
                <a:r>
                  <a:rPr lang="en-US" dirty="0"/>
                  <a:t>24 / (7.07 x 6.48)  = 0.52</a:t>
                </a:r>
                <a:endParaRPr lang="en-US" b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ABF329-9CE8-3CD3-BBE8-7625A48E9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120" y="909683"/>
                <a:ext cx="5699760" cy="2341410"/>
              </a:xfrm>
              <a:prstGeom prst="rect">
                <a:avLst/>
              </a:prstGeom>
              <a:blipFill>
                <a:blip r:embed="rId3"/>
                <a:stretch>
                  <a:fillRect l="-321" t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9025012-B0EF-7668-1493-0EBD17073F20}"/>
              </a:ext>
            </a:extLst>
          </p:cNvPr>
          <p:cNvSpPr txBox="1"/>
          <p:nvPr/>
        </p:nvSpPr>
        <p:spPr>
          <a:xfrm>
            <a:off x="358140" y="204630"/>
            <a:ext cx="44729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Finding Cosine Score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Get similar users using cosine similarity</a:t>
            </a:r>
            <a:r>
              <a:rPr lang="en-US" dirty="0">
                <a:latin typeface="Titillium Web" panose="00000500000000000000" pitchFamily="2" charset="0"/>
              </a:rPr>
              <a:t>.</a:t>
            </a:r>
          </a:p>
          <a:p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C070D-567F-F557-63F1-7C77E54F0CB8}"/>
              </a:ext>
            </a:extLst>
          </p:cNvPr>
          <p:cNvSpPr txBox="1"/>
          <p:nvPr/>
        </p:nvSpPr>
        <p:spPr>
          <a:xfrm>
            <a:off x="510540" y="3138603"/>
            <a:ext cx="56997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Calculate the avg rating for each movie across similar users</a:t>
            </a:r>
            <a:endParaRPr lang="en-US" b="1" i="0" dirty="0">
              <a:solidFill>
                <a:srgbClr val="202124"/>
              </a:solidFill>
              <a:effectLst/>
              <a:latin typeface="+mj-lt"/>
            </a:endParaRPr>
          </a:p>
          <a:p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                                                 Example of averaged ratings:</a:t>
            </a:r>
          </a:p>
          <a:p>
            <a:endParaRPr lang="en-US" sz="800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pPr lvl="2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			Movie A: (3 + 0 + 4 + 1) / 4 = 2.0 </a:t>
            </a:r>
          </a:p>
          <a:p>
            <a:pPr lvl="2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			Movie B: (4 + 3 + 0 + 0) / 4 = 1.75</a:t>
            </a:r>
          </a:p>
          <a:p>
            <a:pPr lvl="2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			Movie C: (0 + 5 + 0 + 4) / 4 = 2.25 </a:t>
            </a:r>
          </a:p>
          <a:p>
            <a:pPr lvl="2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			Movie D: (0 + 4 + 5 + 4) / 4 = 3.25 </a:t>
            </a:r>
          </a:p>
          <a:p>
            <a:pPr lvl="2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			Movie E: (5 + 0 + 1 + 0) / 4 = 1.5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353885"/>
      </p:ext>
    </p:extLst>
  </p:cSld>
  <p:clrMapOvr>
    <a:masterClrMapping/>
  </p:clrMapOvr>
</p:sld>
</file>

<file path=ppt/theme/theme1.xml><?xml version="1.0" encoding="utf-8"?>
<a:theme xmlns:a="http://schemas.openxmlformats.org/drawingml/2006/main" name="Orbit">
  <a:themeElements>
    <a:clrScheme name="Orbit">
      <a:dk1>
        <a:srgbClr val="000000"/>
      </a:dk1>
      <a:lt1>
        <a:srgbClr val="FFFFFF"/>
      </a:lt1>
      <a:dk2>
        <a:srgbClr val="323232"/>
      </a:dk2>
      <a:lt2>
        <a:srgbClr val="F0F0F0"/>
      </a:lt2>
      <a:accent1>
        <a:srgbClr val="22A8C4"/>
      </a:accent1>
      <a:accent2>
        <a:srgbClr val="86CB21"/>
      </a:accent2>
      <a:accent3>
        <a:srgbClr val="E7C21F"/>
      </a:accent3>
      <a:accent4>
        <a:srgbClr val="E77E26"/>
      </a:accent4>
      <a:accent5>
        <a:srgbClr val="E64773"/>
      </a:accent5>
      <a:accent6>
        <a:srgbClr val="8D5FA7"/>
      </a:accent6>
      <a:hlink>
        <a:srgbClr val="22A8C4"/>
      </a:hlink>
      <a:folHlink>
        <a:srgbClr val="8D5F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bit">
  <a:themeElements>
    <a:clrScheme name="Orbit">
      <a:dk1>
        <a:srgbClr val="000000"/>
      </a:dk1>
      <a:lt1>
        <a:srgbClr val="FFFFFF"/>
      </a:lt1>
      <a:dk2>
        <a:srgbClr val="323232"/>
      </a:dk2>
      <a:lt2>
        <a:srgbClr val="F0F0F0"/>
      </a:lt2>
      <a:accent1>
        <a:srgbClr val="22A8C4"/>
      </a:accent1>
      <a:accent2>
        <a:srgbClr val="86CB21"/>
      </a:accent2>
      <a:accent3>
        <a:srgbClr val="E7C21F"/>
      </a:accent3>
      <a:accent4>
        <a:srgbClr val="E77E26"/>
      </a:accent4>
      <a:accent5>
        <a:srgbClr val="E64773"/>
      </a:accent5>
      <a:accent6>
        <a:srgbClr val="8D5FA7"/>
      </a:accent6>
      <a:hlink>
        <a:srgbClr val="22A8C4"/>
      </a:hlink>
      <a:folHlink>
        <a:srgbClr val="8D5F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1805</TotalTime>
  <Words>1473</Words>
  <Application>Microsoft Office PowerPoint</Application>
  <PresentationFormat>On-screen Show (16:9)</PresentationFormat>
  <Paragraphs>275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Titillium Web</vt:lpstr>
      <vt:lpstr>Wingdings</vt:lpstr>
      <vt:lpstr>Cambria Math</vt:lpstr>
      <vt:lpstr>Arial</vt:lpstr>
      <vt:lpstr>Courier New</vt:lpstr>
      <vt:lpstr>Roboto</vt:lpstr>
      <vt:lpstr>Lustria</vt:lpstr>
      <vt:lpstr>Orbit</vt:lpstr>
      <vt:lpstr>PowerPoint Presentation</vt:lpstr>
      <vt:lpstr>PowerPoint Presentation</vt:lpstr>
      <vt:lpstr>Introduction</vt:lpstr>
      <vt:lpstr>Motivation</vt:lpstr>
      <vt:lpstr>Literature Survey</vt:lpstr>
      <vt:lpstr>Objectives</vt:lpstr>
      <vt:lpstr>Proposed Plan of Work</vt:lpstr>
      <vt:lpstr>PowerPoint Presentation</vt:lpstr>
      <vt:lpstr>PowerPoint Presentation</vt:lpstr>
      <vt:lpstr>Architecture</vt:lpstr>
      <vt:lpstr>Dataset </vt:lpstr>
      <vt:lpstr>Output </vt:lpstr>
      <vt:lpstr>Technology</vt:lpstr>
      <vt:lpstr>Expected Outcome</vt:lpstr>
      <vt:lpstr>Summary</vt:lpstr>
      <vt:lpstr>Timeline</vt:lpstr>
      <vt:lpstr>PowerPoint Presentation</vt:lpstr>
      <vt:lpstr>References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 Aote</dc:creator>
  <cp:lastModifiedBy>Om Aote</cp:lastModifiedBy>
  <cp:revision>19</cp:revision>
  <dcterms:modified xsi:type="dcterms:W3CDTF">2024-10-25T16:12:58Z</dcterms:modified>
</cp:coreProperties>
</file>